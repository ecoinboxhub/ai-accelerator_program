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7" r:id="rId2"/>
    <p:sldId id="259" r:id="rId3"/>
    <p:sldId id="279" r:id="rId4"/>
    <p:sldId id="280" r:id="rId5"/>
    <p:sldId id="260" r:id="rId6"/>
    <p:sldId id="281" r:id="rId7"/>
    <p:sldId id="261" r:id="rId8"/>
    <p:sldId id="262" r:id="rId9"/>
    <p:sldId id="282" r:id="rId10"/>
    <p:sldId id="263" r:id="rId11"/>
    <p:sldId id="264" r:id="rId12"/>
    <p:sldId id="265" r:id="rId13"/>
    <p:sldId id="267" r:id="rId14"/>
    <p:sldId id="28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3807F"/>
    <a:srgbClr val="45C2CA"/>
    <a:srgbClr val="48C3CB"/>
    <a:srgbClr val="FBA3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BE877A-A38D-B772-ACFC-7DB4D6F03A77}" v="172" dt="2026-02-14T12:56:44.1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awale Abiodun Ogundeji (Dr.)" userId="S::wale@ahfid.org::bf7f3b58-5492-4b16-a9d7-34d40e1eb056" providerId="AD" clId="Web-{6A001E5D-2E17-0749-652C-1A18892185FF}"/>
    <pc:docChg chg="addSld modSld sldOrd">
      <pc:chgData name="Olawale Abiodun Ogundeji (Dr.)" userId="S::wale@ahfid.org::bf7f3b58-5492-4b16-a9d7-34d40e1eb056" providerId="AD" clId="Web-{6A001E5D-2E17-0749-652C-1A18892185FF}" dt="2026-01-29T21:27:36.234" v="1128" actId="14100"/>
      <pc:docMkLst>
        <pc:docMk/>
      </pc:docMkLst>
      <pc:sldChg chg="modSp">
        <pc:chgData name="Olawale Abiodun Ogundeji (Dr.)" userId="S::wale@ahfid.org::bf7f3b58-5492-4b16-a9d7-34d40e1eb056" providerId="AD" clId="Web-{6A001E5D-2E17-0749-652C-1A18892185FF}" dt="2026-01-28T13:04:02.086" v="0" actId="20577"/>
        <pc:sldMkLst>
          <pc:docMk/>
          <pc:sldMk cId="0" sldId="257"/>
        </pc:sldMkLst>
      </pc:sldChg>
      <pc:sldChg chg="delSp modSp">
        <pc:chgData name="Olawale Abiodun Ogundeji (Dr.)" userId="S::wale@ahfid.org::bf7f3b58-5492-4b16-a9d7-34d40e1eb056" providerId="AD" clId="Web-{6A001E5D-2E17-0749-652C-1A18892185FF}" dt="2026-01-28T14:52:46.791" v="344" actId="20577"/>
        <pc:sldMkLst>
          <pc:docMk/>
          <pc:sldMk cId="0" sldId="260"/>
        </pc:sldMkLst>
      </pc:sldChg>
      <pc:sldChg chg="modSp">
        <pc:chgData name="Olawale Abiodun Ogundeji (Dr.)" userId="S::wale@ahfid.org::bf7f3b58-5492-4b16-a9d7-34d40e1eb056" providerId="AD" clId="Web-{6A001E5D-2E17-0749-652C-1A18892185FF}" dt="2026-01-29T14:19:02.129" v="752"/>
        <pc:sldMkLst>
          <pc:docMk/>
          <pc:sldMk cId="0" sldId="261"/>
        </pc:sldMkLst>
      </pc:sldChg>
      <pc:sldChg chg="addSp modSp">
        <pc:chgData name="Olawale Abiodun Ogundeji (Dr.)" userId="S::wale@ahfid.org::bf7f3b58-5492-4b16-a9d7-34d40e1eb056" providerId="AD" clId="Web-{6A001E5D-2E17-0749-652C-1A18892185FF}" dt="2026-01-29T15:20:27.055" v="767" actId="14100"/>
        <pc:sldMkLst>
          <pc:docMk/>
          <pc:sldMk cId="0" sldId="262"/>
        </pc:sldMkLst>
      </pc:sldChg>
      <pc:sldChg chg="addSp delSp modSp">
        <pc:chgData name="Olawale Abiodun Ogundeji (Dr.)" userId="S::wale@ahfid.org::bf7f3b58-5492-4b16-a9d7-34d40e1eb056" providerId="AD" clId="Web-{6A001E5D-2E17-0749-652C-1A18892185FF}" dt="2026-01-29T16:14:42.295" v="856" actId="20577"/>
        <pc:sldMkLst>
          <pc:docMk/>
          <pc:sldMk cId="0" sldId="263"/>
        </pc:sldMkLst>
      </pc:sldChg>
      <pc:sldChg chg="addSp delSp modSp">
        <pc:chgData name="Olawale Abiodun Ogundeji (Dr.)" userId="S::wale@ahfid.org::bf7f3b58-5492-4b16-a9d7-34d40e1eb056" providerId="AD" clId="Web-{6A001E5D-2E17-0749-652C-1A18892185FF}" dt="2026-01-29T21:21:57.095" v="1117" actId="14100"/>
        <pc:sldMkLst>
          <pc:docMk/>
          <pc:sldMk cId="0" sldId="264"/>
        </pc:sldMkLst>
      </pc:sldChg>
      <pc:sldChg chg="addSp modSp">
        <pc:chgData name="Olawale Abiodun Ogundeji (Dr.)" userId="S::wale@ahfid.org::bf7f3b58-5492-4b16-a9d7-34d40e1eb056" providerId="AD" clId="Web-{6A001E5D-2E17-0749-652C-1A18892185FF}" dt="2026-01-29T21:21:27.734" v="1113" actId="20577"/>
        <pc:sldMkLst>
          <pc:docMk/>
          <pc:sldMk cId="0" sldId="265"/>
        </pc:sldMkLst>
      </pc:sldChg>
      <pc:sldChg chg="addSp modSp">
        <pc:chgData name="Olawale Abiodun Ogundeji (Dr.)" userId="S::wale@ahfid.org::bf7f3b58-5492-4b16-a9d7-34d40e1eb056" providerId="AD" clId="Web-{6A001E5D-2E17-0749-652C-1A18892185FF}" dt="2026-01-29T21:09:13.461" v="1092" actId="20577"/>
        <pc:sldMkLst>
          <pc:docMk/>
          <pc:sldMk cId="0" sldId="267"/>
        </pc:sldMkLst>
        <pc:spChg chg="add mod">
          <ac:chgData name="Olawale Abiodun Ogundeji (Dr.)" userId="S::wale@ahfid.org::bf7f3b58-5492-4b16-a9d7-34d40e1eb056" providerId="AD" clId="Web-{6A001E5D-2E17-0749-652C-1A18892185FF}" dt="2026-01-29T21:04:40.625" v="1069" actId="20577"/>
          <ac:spMkLst>
            <pc:docMk/>
            <pc:sldMk cId="0" sldId="267"/>
            <ac:spMk id="3" creationId="{77E758CC-50C1-7606-D73A-89E06913E9DE}"/>
          </ac:spMkLst>
        </pc:spChg>
      </pc:sldChg>
      <pc:sldChg chg="addSp modSp">
        <pc:chgData name="Olawale Abiodun Ogundeji (Dr.)" userId="S::wale@ahfid.org::bf7f3b58-5492-4b16-a9d7-34d40e1eb056" providerId="AD" clId="Web-{6A001E5D-2E17-0749-652C-1A18892185FF}" dt="2026-01-28T13:07:52.972" v="50" actId="20577"/>
        <pc:sldMkLst>
          <pc:docMk/>
          <pc:sldMk cId="2768235767" sldId="280"/>
        </pc:sldMkLst>
      </pc:sldChg>
      <pc:sldChg chg="addSp delSp modSp add replId">
        <pc:chgData name="Olawale Abiodun Ogundeji (Dr.)" userId="S::wale@ahfid.org::bf7f3b58-5492-4b16-a9d7-34d40e1eb056" providerId="AD" clId="Web-{6A001E5D-2E17-0749-652C-1A18892185FF}" dt="2026-01-29T14:06:46.695" v="726" actId="1076"/>
        <pc:sldMkLst>
          <pc:docMk/>
          <pc:sldMk cId="1066914800" sldId="281"/>
        </pc:sldMkLst>
      </pc:sldChg>
      <pc:sldChg chg="addSp delSp modSp add ord replId">
        <pc:chgData name="Olawale Abiodun Ogundeji (Dr.)" userId="S::wale@ahfid.org::bf7f3b58-5492-4b16-a9d7-34d40e1eb056" providerId="AD" clId="Web-{6A001E5D-2E17-0749-652C-1A18892185FF}" dt="2026-01-29T17:34:21.896" v="990" actId="1076"/>
        <pc:sldMkLst>
          <pc:docMk/>
          <pc:sldMk cId="783745987" sldId="282"/>
        </pc:sldMkLst>
      </pc:sldChg>
    </pc:docChg>
  </pc:docChgLst>
  <pc:docChgLst>
    <pc:chgData clId="Web-{28BE877A-A38D-B772-ACFC-7DB4D6F03A77}"/>
    <pc:docChg chg="modSld">
      <pc:chgData name="" userId="" providerId="" clId="Web-{28BE877A-A38D-B772-ACFC-7DB4D6F03A77}" dt="2026-02-14T11:46:04.364" v="0"/>
      <pc:docMkLst>
        <pc:docMk/>
      </pc:docMkLst>
      <pc:sldChg chg="delSp">
        <pc:chgData name="" userId="" providerId="" clId="Web-{28BE877A-A38D-B772-ACFC-7DB4D6F03A77}" dt="2026-02-14T11:46:04.364" v="0"/>
        <pc:sldMkLst>
          <pc:docMk/>
          <pc:sldMk cId="0" sldId="257"/>
        </pc:sldMkLst>
        <pc:spChg chg="del">
          <ac:chgData name="" userId="" providerId="" clId="Web-{28BE877A-A38D-B772-ACFC-7DB4D6F03A77}" dt="2026-02-14T11:46:04.364" v="0"/>
          <ac:spMkLst>
            <pc:docMk/>
            <pc:sldMk cId="0" sldId="257"/>
            <ac:spMk id="3" creationId="{9FC1A636-E70D-E210-F2FB-993CA5152805}"/>
          </ac:spMkLst>
        </pc:spChg>
      </pc:sldChg>
    </pc:docChg>
  </pc:docChgLst>
  <pc:docChgLst>
    <pc:chgData name="Olawale Abiodun Ogundeji (Dr.)" userId="S::wale@ahfid.org::bf7f3b58-5492-4b16-a9d7-34d40e1eb056" providerId="AD" clId="Web-{C4985DDB-9B9F-B747-366B-F81DE1BBA141}"/>
    <pc:docChg chg="modSld">
      <pc:chgData name="Olawale Abiodun Ogundeji (Dr.)" userId="S::wale@ahfid.org::bf7f3b58-5492-4b16-a9d7-34d40e1eb056" providerId="AD" clId="Web-{C4985DDB-9B9F-B747-366B-F81DE1BBA141}" dt="2026-02-02T10:17:21.171" v="257"/>
      <pc:docMkLst>
        <pc:docMk/>
      </pc:docMkLst>
      <pc:sldChg chg="modSp">
        <pc:chgData name="Olawale Abiodun Ogundeji (Dr.)" userId="S::wale@ahfid.org::bf7f3b58-5492-4b16-a9d7-34d40e1eb056" providerId="AD" clId="Web-{C4985DDB-9B9F-B747-366B-F81DE1BBA141}" dt="2026-02-02T09:45:48.733" v="50" actId="20577"/>
        <pc:sldMkLst>
          <pc:docMk/>
          <pc:sldMk cId="0" sldId="257"/>
        </pc:sldMkLst>
      </pc:sldChg>
      <pc:sldChg chg="modSp">
        <pc:chgData name="Olawale Abiodun Ogundeji (Dr.)" userId="S::wale@ahfid.org::bf7f3b58-5492-4b16-a9d7-34d40e1eb056" providerId="AD" clId="Web-{C4985DDB-9B9F-B747-366B-F81DE1BBA141}" dt="2026-02-02T09:50:12.088" v="103" actId="20577"/>
        <pc:sldMkLst>
          <pc:docMk/>
          <pc:sldMk cId="0" sldId="259"/>
        </pc:sldMkLst>
      </pc:sldChg>
      <pc:sldChg chg="addSp delSp modSp">
        <pc:chgData name="Olawale Abiodun Ogundeji (Dr.)" userId="S::wale@ahfid.org::bf7f3b58-5492-4b16-a9d7-34d40e1eb056" providerId="AD" clId="Web-{C4985DDB-9B9F-B747-366B-F81DE1BBA141}" dt="2026-02-02T10:17:21.171" v="257"/>
        <pc:sldMkLst>
          <pc:docMk/>
          <pc:sldMk cId="316734042" sldId="279"/>
        </pc:sldMkLst>
      </pc:sldChg>
    </pc:docChg>
  </pc:docChgLst>
  <pc:docChgLst>
    <pc:chgData name="Olawale Abiodun Ogundeji (Dr.)" userId="S::wale@ahfid.org::bf7f3b58-5492-4b16-a9d7-34d40e1eb056" providerId="AD" clId="Web-{1914E8DD-0A47-7831-CE6F-235AEF630E52}"/>
    <pc:docChg chg="addSld modSld">
      <pc:chgData name="Olawale Abiodun Ogundeji (Dr.)" userId="S::wale@ahfid.org::bf7f3b58-5492-4b16-a9d7-34d40e1eb056" providerId="AD" clId="Web-{1914E8DD-0A47-7831-CE6F-235AEF630E52}" dt="2026-01-28T10:24:33.510" v="529" actId="14100"/>
      <pc:docMkLst>
        <pc:docMk/>
      </pc:docMkLst>
      <pc:sldChg chg="modSp">
        <pc:chgData name="Olawale Abiodun Ogundeji (Dr.)" userId="S::wale@ahfid.org::bf7f3b58-5492-4b16-a9d7-34d40e1eb056" providerId="AD" clId="Web-{1914E8DD-0A47-7831-CE6F-235AEF630E52}" dt="2026-01-27T16:19:59.943" v="83" actId="20577"/>
        <pc:sldMkLst>
          <pc:docMk/>
          <pc:sldMk cId="0" sldId="257"/>
        </pc:sldMkLst>
      </pc:sldChg>
      <pc:sldChg chg="addSp delSp modSp modNotes">
        <pc:chgData name="Olawale Abiodun Ogundeji (Dr.)" userId="S::wale@ahfid.org::bf7f3b58-5492-4b16-a9d7-34d40e1eb056" providerId="AD" clId="Web-{1914E8DD-0A47-7831-CE6F-235AEF630E52}" dt="2026-01-28T09:54:14.021" v="496" actId="20577"/>
        <pc:sldMkLst>
          <pc:docMk/>
          <pc:sldMk cId="0" sldId="259"/>
        </pc:sldMkLst>
      </pc:sldChg>
      <pc:sldChg chg="addSp delSp modSp mod modClrScheme chgLayout">
        <pc:chgData name="Olawale Abiodun Ogundeji (Dr.)" userId="S::wale@ahfid.org::bf7f3b58-5492-4b16-a9d7-34d40e1eb056" providerId="AD" clId="Web-{1914E8DD-0A47-7831-CE6F-235AEF630E52}" dt="2026-01-27T17:43:10.890" v="416"/>
        <pc:sldMkLst>
          <pc:docMk/>
          <pc:sldMk cId="0" sldId="260"/>
        </pc:sldMkLst>
      </pc:sldChg>
      <pc:sldChg chg="addSp delSp modSp">
        <pc:chgData name="Olawale Abiodun Ogundeji (Dr.)" userId="S::wale@ahfid.org::bf7f3b58-5492-4b16-a9d7-34d40e1eb056" providerId="AD" clId="Web-{1914E8DD-0A47-7831-CE6F-235AEF630E52}" dt="2026-01-27T17:42:58.609" v="410"/>
        <pc:sldMkLst>
          <pc:docMk/>
          <pc:sldMk cId="0" sldId="261"/>
        </pc:sldMkLst>
      </pc:sldChg>
      <pc:sldChg chg="addSp delSp modSp add replId">
        <pc:chgData name="Olawale Abiodun Ogundeji (Dr.)" userId="S::wale@ahfid.org::bf7f3b58-5492-4b16-a9d7-34d40e1eb056" providerId="AD" clId="Web-{1914E8DD-0A47-7831-CE6F-235AEF630E52}" dt="2026-01-28T10:22:21.595" v="506" actId="1076"/>
        <pc:sldMkLst>
          <pc:docMk/>
          <pc:sldMk cId="316734042" sldId="279"/>
        </pc:sldMkLst>
      </pc:sldChg>
      <pc:sldChg chg="delSp modSp add replId">
        <pc:chgData name="Olawale Abiodun Ogundeji (Dr.)" userId="S::wale@ahfid.org::bf7f3b58-5492-4b16-a9d7-34d40e1eb056" providerId="AD" clId="Web-{1914E8DD-0A47-7831-CE6F-235AEF630E52}" dt="2026-01-28T10:24:33.510" v="529" actId="14100"/>
        <pc:sldMkLst>
          <pc:docMk/>
          <pc:sldMk cId="2768235767" sldId="280"/>
        </pc:sldMkLst>
      </pc:sldChg>
    </pc:docChg>
  </pc:docChgLst>
  <pc:docChgLst>
    <pc:chgData name="Olawale Abiodun Ogundeji (Dr.)" userId="S::wale@ahfid.org::bf7f3b58-5492-4b16-a9d7-34d40e1eb056" providerId="AD" clId="Web-{301000A2-9556-BCD1-F8AA-31D9A4A84CE9}"/>
    <pc:docChg chg="modSld">
      <pc:chgData name="Olawale Abiodun Ogundeji (Dr.)" userId="S::wale@ahfid.org::bf7f3b58-5492-4b16-a9d7-34d40e1eb056" providerId="AD" clId="Web-{301000A2-9556-BCD1-F8AA-31D9A4A84CE9}" dt="2026-02-02T00:30:14.422" v="0" actId="20577"/>
      <pc:docMkLst>
        <pc:docMk/>
      </pc:docMkLst>
      <pc:sldChg chg="modSp">
        <pc:chgData name="Olawale Abiodun Ogundeji (Dr.)" userId="S::wale@ahfid.org::bf7f3b58-5492-4b16-a9d7-34d40e1eb056" providerId="AD" clId="Web-{301000A2-9556-BCD1-F8AA-31D9A4A84CE9}" dt="2026-02-02T00:30:14.422" v="0" actId="20577"/>
        <pc:sldMkLst>
          <pc:docMk/>
          <pc:sldMk cId="0" sldId="257"/>
        </pc:sldMkLst>
      </pc:sldChg>
    </pc:docChg>
  </pc:docChgLst>
  <pc:docChgLst>
    <pc:chgData name="Olawale Abiodun Ogundeji (Dr.)" userId="S::wale@ahfid.org::bf7f3b58-5492-4b16-a9d7-34d40e1eb056" providerId="AD" clId="Web-{28BE877A-A38D-B772-ACFC-7DB4D6F03A77}"/>
    <pc:docChg chg="addSld delSld modSld">
      <pc:chgData name="Olawale Abiodun Ogundeji (Dr.)" userId="S::wale@ahfid.org::bf7f3b58-5492-4b16-a9d7-34d40e1eb056" providerId="AD" clId="Web-{28BE877A-A38D-B772-ACFC-7DB4D6F03A77}" dt="2026-02-14T12:56:44.147" v="141"/>
      <pc:docMkLst>
        <pc:docMk/>
      </pc:docMkLst>
      <pc:sldChg chg="addSp modSp mod setBg">
        <pc:chgData name="Olawale Abiodun Ogundeji (Dr.)" userId="S::wale@ahfid.org::bf7f3b58-5492-4b16-a9d7-34d40e1eb056" providerId="AD" clId="Web-{28BE877A-A38D-B772-ACFC-7DB4D6F03A77}" dt="2026-02-14T11:46:28.052" v="4"/>
        <pc:sldMkLst>
          <pc:docMk/>
          <pc:sldMk cId="0" sldId="257"/>
        </pc:sldMkLst>
        <pc:picChg chg="add mod">
          <ac:chgData name="Olawale Abiodun Ogundeji (Dr.)" userId="S::wale@ahfid.org::bf7f3b58-5492-4b16-a9d7-34d40e1eb056" providerId="AD" clId="Web-{28BE877A-A38D-B772-ACFC-7DB4D6F03A77}" dt="2026-02-14T11:46:18.739" v="3" actId="1076"/>
          <ac:picMkLst>
            <pc:docMk/>
            <pc:sldMk cId="0" sldId="257"/>
            <ac:picMk id="2" creationId="{C0091645-4FE1-31A0-7709-5014E4C4EF25}"/>
          </ac:picMkLst>
        </pc:picChg>
      </pc:sldChg>
      <pc:sldChg chg="addSp delSp modSp mod setBg">
        <pc:chgData name="Olawale Abiodun Ogundeji (Dr.)" userId="S::wale@ahfid.org::bf7f3b58-5492-4b16-a9d7-34d40e1eb056" providerId="AD" clId="Web-{28BE877A-A38D-B772-ACFC-7DB4D6F03A77}" dt="2026-02-14T11:50:17.825" v="15" actId="1076"/>
        <pc:sldMkLst>
          <pc:docMk/>
          <pc:sldMk cId="0" sldId="259"/>
        </pc:sldMkLst>
        <pc:spChg chg="del">
          <ac:chgData name="Olawale Abiodun Ogundeji (Dr.)" userId="S::wale@ahfid.org::bf7f3b58-5492-4b16-a9d7-34d40e1eb056" providerId="AD" clId="Web-{28BE877A-A38D-B772-ACFC-7DB4D6F03A77}" dt="2026-02-14T11:49:16.277" v="9"/>
          <ac:spMkLst>
            <pc:docMk/>
            <pc:sldMk cId="0" sldId="259"/>
            <ac:spMk id="3" creationId="{3EDAD1F7-BB38-C95D-7ECE-AAB912129DEF}"/>
          </ac:spMkLst>
        </pc:spChg>
        <pc:spChg chg="del mod">
          <ac:chgData name="Olawale Abiodun Ogundeji (Dr.)" userId="S::wale@ahfid.org::bf7f3b58-5492-4b16-a9d7-34d40e1eb056" providerId="AD" clId="Web-{28BE877A-A38D-B772-ACFC-7DB4D6F03A77}" dt="2026-02-14T11:49:12.933" v="8"/>
          <ac:spMkLst>
            <pc:docMk/>
            <pc:sldMk cId="0" sldId="259"/>
            <ac:spMk id="4" creationId="{AB6FD9B8-82F3-3021-C31F-6B268285D27A}"/>
          </ac:spMkLst>
        </pc:spChg>
        <pc:picChg chg="add mod">
          <ac:chgData name="Olawale Abiodun Ogundeji (Dr.)" userId="S::wale@ahfid.org::bf7f3b58-5492-4b16-a9d7-34d40e1eb056" providerId="AD" clId="Web-{28BE877A-A38D-B772-ACFC-7DB4D6F03A77}" dt="2026-02-14T11:50:17.825" v="15" actId="1076"/>
          <ac:picMkLst>
            <pc:docMk/>
            <pc:sldMk cId="0" sldId="259"/>
            <ac:picMk id="5" creationId="{C7205E1D-802E-9757-9258-C7AC80C137EC}"/>
          </ac:picMkLst>
        </pc:picChg>
      </pc:sldChg>
      <pc:sldChg chg="addSp delSp modSp mod setBg">
        <pc:chgData name="Olawale Abiodun Ogundeji (Dr.)" userId="S::wale@ahfid.org::bf7f3b58-5492-4b16-a9d7-34d40e1eb056" providerId="AD" clId="Web-{28BE877A-A38D-B772-ACFC-7DB4D6F03A77}" dt="2026-02-14T12:39:06.539" v="72"/>
        <pc:sldMkLst>
          <pc:docMk/>
          <pc:sldMk cId="0" sldId="260"/>
        </pc:sldMkLst>
        <pc:spChg chg="del">
          <ac:chgData name="Olawale Abiodun Ogundeji (Dr.)" userId="S::wale@ahfid.org::bf7f3b58-5492-4b16-a9d7-34d40e1eb056" providerId="AD" clId="Web-{28BE877A-A38D-B772-ACFC-7DB4D6F03A77}" dt="2026-02-14T12:01:19.666" v="39"/>
          <ac:spMkLst>
            <pc:docMk/>
            <pc:sldMk cId="0" sldId="260"/>
            <ac:spMk id="3" creationId="{E027D56F-6A20-5C99-E8DE-9713F5C3E7A4}"/>
          </ac:spMkLst>
        </pc:spChg>
        <pc:graphicFrameChg chg="del">
          <ac:chgData name="Olawale Abiodun Ogundeji (Dr.)" userId="S::wale@ahfid.org::bf7f3b58-5492-4b16-a9d7-34d40e1eb056" providerId="AD" clId="Web-{28BE877A-A38D-B772-ACFC-7DB4D6F03A77}" dt="2026-02-14T12:01:15.431" v="38"/>
          <ac:graphicFrameMkLst>
            <pc:docMk/>
            <pc:sldMk cId="0" sldId="260"/>
            <ac:graphicFrameMk id="13" creationId="{798E8C13-E851-176B-0534-7502CF53C121}"/>
          </ac:graphicFrameMkLst>
        </pc:graphicFrameChg>
        <pc:picChg chg="add mod">
          <ac:chgData name="Olawale Abiodun Ogundeji (Dr.)" userId="S::wale@ahfid.org::bf7f3b58-5492-4b16-a9d7-34d40e1eb056" providerId="AD" clId="Web-{28BE877A-A38D-B772-ACFC-7DB4D6F03A77}" dt="2026-02-14T12:01:37.073" v="43" actId="14100"/>
          <ac:picMkLst>
            <pc:docMk/>
            <pc:sldMk cId="0" sldId="260"/>
            <ac:picMk id="2" creationId="{32D9FAE7-D5D1-2DC3-666C-1976B80E5CA5}"/>
          </ac:picMkLst>
        </pc:picChg>
      </pc:sldChg>
      <pc:sldChg chg="addSp delSp modSp mod setBg">
        <pc:chgData name="Olawale Abiodun Ogundeji (Dr.)" userId="S::wale@ahfid.org::bf7f3b58-5492-4b16-a9d7-34d40e1eb056" providerId="AD" clId="Web-{28BE877A-A38D-B772-ACFC-7DB4D6F03A77}" dt="2026-02-14T12:39:28.041" v="74"/>
        <pc:sldMkLst>
          <pc:docMk/>
          <pc:sldMk cId="0" sldId="261"/>
        </pc:sldMkLst>
        <pc:spChg chg="del mod">
          <ac:chgData name="Olawale Abiodun Ogundeji (Dr.)" userId="S::wale@ahfid.org::bf7f3b58-5492-4b16-a9d7-34d40e1eb056" providerId="AD" clId="Web-{28BE877A-A38D-B772-ACFC-7DB4D6F03A77}" dt="2026-02-14T12:36:03.375" v="53"/>
          <ac:spMkLst>
            <pc:docMk/>
            <pc:sldMk cId="0" sldId="261"/>
            <ac:spMk id="3" creationId="{A3B888E1-21A9-92DA-0EF7-71449DF77B72}"/>
          </ac:spMkLst>
        </pc:spChg>
        <pc:graphicFrameChg chg="del">
          <ac:chgData name="Olawale Abiodun Ogundeji (Dr.)" userId="S::wale@ahfid.org::bf7f3b58-5492-4b16-a9d7-34d40e1eb056" providerId="AD" clId="Web-{28BE877A-A38D-B772-ACFC-7DB4D6F03A77}" dt="2026-02-14T12:35:54.514" v="51"/>
          <ac:graphicFrameMkLst>
            <pc:docMk/>
            <pc:sldMk cId="0" sldId="261"/>
            <ac:graphicFrameMk id="4" creationId="{FC7A0E3E-94BF-4A62-A6B5-FE9C4572AE76}"/>
          </ac:graphicFrameMkLst>
        </pc:graphicFrameChg>
        <pc:picChg chg="add mod">
          <ac:chgData name="Olawale Abiodun Ogundeji (Dr.)" userId="S::wale@ahfid.org::bf7f3b58-5492-4b16-a9d7-34d40e1eb056" providerId="AD" clId="Web-{28BE877A-A38D-B772-ACFC-7DB4D6F03A77}" dt="2026-02-14T12:37:14.526" v="59" actId="1076"/>
          <ac:picMkLst>
            <pc:docMk/>
            <pc:sldMk cId="0" sldId="261"/>
            <ac:picMk id="2" creationId="{55662770-40FD-E00F-03D9-83D91BC9051E}"/>
          </ac:picMkLst>
        </pc:picChg>
      </pc:sldChg>
      <pc:sldChg chg="addSp delSp modSp mod setBg">
        <pc:chgData name="Olawale Abiodun Ogundeji (Dr.)" userId="S::wale@ahfid.org::bf7f3b58-5492-4b16-a9d7-34d40e1eb056" providerId="AD" clId="Web-{28BE877A-A38D-B772-ACFC-7DB4D6F03A77}" dt="2026-02-14T12:39:34.604" v="75"/>
        <pc:sldMkLst>
          <pc:docMk/>
          <pc:sldMk cId="0" sldId="262"/>
        </pc:sldMkLst>
        <pc:spChg chg="del">
          <ac:chgData name="Olawale Abiodun Ogundeji (Dr.)" userId="S::wale@ahfid.org::bf7f3b58-5492-4b16-a9d7-34d40e1eb056" providerId="AD" clId="Web-{28BE877A-A38D-B772-ACFC-7DB4D6F03A77}" dt="2026-02-14T12:37:33.310" v="64"/>
          <ac:spMkLst>
            <pc:docMk/>
            <pc:sldMk cId="0" sldId="262"/>
            <ac:spMk id="6" creationId="{6B089900-F8A2-1144-7F84-08DC01145F5F}"/>
          </ac:spMkLst>
        </pc:spChg>
        <pc:picChg chg="del">
          <ac:chgData name="Olawale Abiodun Ogundeji (Dr.)" userId="S::wale@ahfid.org::bf7f3b58-5492-4b16-a9d7-34d40e1eb056" providerId="AD" clId="Web-{28BE877A-A38D-B772-ACFC-7DB4D6F03A77}" dt="2026-02-14T12:37:29.231" v="63"/>
          <ac:picMkLst>
            <pc:docMk/>
            <pc:sldMk cId="0" sldId="262"/>
            <ac:picMk id="2" creationId="{52CC5093-6D47-1734-2CB5-3D13DE5CDBAF}"/>
          </ac:picMkLst>
        </pc:picChg>
        <pc:picChg chg="del">
          <ac:chgData name="Olawale Abiodun Ogundeji (Dr.)" userId="S::wale@ahfid.org::bf7f3b58-5492-4b16-a9d7-34d40e1eb056" providerId="AD" clId="Web-{28BE877A-A38D-B772-ACFC-7DB4D6F03A77}" dt="2026-02-14T12:37:27.387" v="62"/>
          <ac:picMkLst>
            <pc:docMk/>
            <pc:sldMk cId="0" sldId="262"/>
            <ac:picMk id="3" creationId="{56497E69-5D34-24B9-FB34-B37EE5199B84}"/>
          </ac:picMkLst>
        </pc:picChg>
        <pc:picChg chg="del">
          <ac:chgData name="Olawale Abiodun Ogundeji (Dr.)" userId="S::wale@ahfid.org::bf7f3b58-5492-4b16-a9d7-34d40e1eb056" providerId="AD" clId="Web-{28BE877A-A38D-B772-ACFC-7DB4D6F03A77}" dt="2026-02-14T12:37:25.840" v="61"/>
          <ac:picMkLst>
            <pc:docMk/>
            <pc:sldMk cId="0" sldId="262"/>
            <ac:picMk id="4" creationId="{0D4AA465-97FF-6786-E371-D0BAAA263B13}"/>
          </ac:picMkLst>
        </pc:picChg>
        <pc:picChg chg="del">
          <ac:chgData name="Olawale Abiodun Ogundeji (Dr.)" userId="S::wale@ahfid.org::bf7f3b58-5492-4b16-a9d7-34d40e1eb056" providerId="AD" clId="Web-{28BE877A-A38D-B772-ACFC-7DB4D6F03A77}" dt="2026-02-14T12:37:24.012" v="60"/>
          <ac:picMkLst>
            <pc:docMk/>
            <pc:sldMk cId="0" sldId="262"/>
            <ac:picMk id="5" creationId="{BCB77E2A-6C24-21FA-AC6A-C74C84522DB5}"/>
          </ac:picMkLst>
        </pc:picChg>
        <pc:picChg chg="add mod">
          <ac:chgData name="Olawale Abiodun Ogundeji (Dr.)" userId="S::wale@ahfid.org::bf7f3b58-5492-4b16-a9d7-34d40e1eb056" providerId="AD" clId="Web-{28BE877A-A38D-B772-ACFC-7DB4D6F03A77}" dt="2026-02-14T12:38:41.146" v="69" actId="1076"/>
          <ac:picMkLst>
            <pc:docMk/>
            <pc:sldMk cId="0" sldId="262"/>
            <ac:picMk id="8" creationId="{83662826-AA21-6685-7578-ABB693452FF4}"/>
          </ac:picMkLst>
        </pc:picChg>
      </pc:sldChg>
      <pc:sldChg chg="addSp delSp modSp mod setBg">
        <pc:chgData name="Olawale Abiodun Ogundeji (Dr.)" userId="S::wale@ahfid.org::bf7f3b58-5492-4b16-a9d7-34d40e1eb056" providerId="AD" clId="Web-{28BE877A-A38D-B772-ACFC-7DB4D6F03A77}" dt="2026-02-14T12:56:18.613" v="137"/>
        <pc:sldMkLst>
          <pc:docMk/>
          <pc:sldMk cId="0" sldId="263"/>
        </pc:sldMkLst>
        <pc:spChg chg="del">
          <ac:chgData name="Olawale Abiodun Ogundeji (Dr.)" userId="S::wale@ahfid.org::bf7f3b58-5492-4b16-a9d7-34d40e1eb056" providerId="AD" clId="Web-{28BE877A-A38D-B772-ACFC-7DB4D6F03A77}" dt="2026-02-14T12:42:00.661" v="85"/>
          <ac:spMkLst>
            <pc:docMk/>
            <pc:sldMk cId="0" sldId="263"/>
            <ac:spMk id="2" creationId="{D10ADB24-826E-42CE-9105-C9F42CE344BD}"/>
          </ac:spMkLst>
        </pc:spChg>
        <pc:spChg chg="del">
          <ac:chgData name="Olawale Abiodun Ogundeji (Dr.)" userId="S::wale@ahfid.org::bf7f3b58-5492-4b16-a9d7-34d40e1eb056" providerId="AD" clId="Web-{28BE877A-A38D-B772-ACFC-7DB4D6F03A77}" dt="2026-02-14T12:42:04.708" v="86"/>
          <ac:spMkLst>
            <pc:docMk/>
            <pc:sldMk cId="0" sldId="263"/>
            <ac:spMk id="3" creationId="{E145F5EC-3200-946B-B258-03902E555B01}"/>
          </ac:spMkLst>
        </pc:spChg>
        <pc:picChg chg="add mod">
          <ac:chgData name="Olawale Abiodun Ogundeji (Dr.)" userId="S::wale@ahfid.org::bf7f3b58-5492-4b16-a9d7-34d40e1eb056" providerId="AD" clId="Web-{28BE877A-A38D-B772-ACFC-7DB4D6F03A77}" dt="2026-02-14T12:42:35.804" v="92" actId="1076"/>
          <ac:picMkLst>
            <pc:docMk/>
            <pc:sldMk cId="0" sldId="263"/>
            <ac:picMk id="4" creationId="{8F935277-9B32-6E50-2439-229D09DAD8A7}"/>
          </ac:picMkLst>
        </pc:picChg>
      </pc:sldChg>
      <pc:sldChg chg="addSp delSp modSp mod setBg">
        <pc:chgData name="Olawale Abiodun Ogundeji (Dr.)" userId="S::wale@ahfid.org::bf7f3b58-5492-4b16-a9d7-34d40e1eb056" providerId="AD" clId="Web-{28BE877A-A38D-B772-ACFC-7DB4D6F03A77}" dt="2026-02-14T12:56:24.036" v="138"/>
        <pc:sldMkLst>
          <pc:docMk/>
          <pc:sldMk cId="0" sldId="264"/>
        </pc:sldMkLst>
        <pc:spChg chg="del">
          <ac:chgData name="Olawale Abiodun Ogundeji (Dr.)" userId="S::wale@ahfid.org::bf7f3b58-5492-4b16-a9d7-34d40e1eb056" providerId="AD" clId="Web-{28BE877A-A38D-B772-ACFC-7DB4D6F03A77}" dt="2026-02-14T12:43:23.806" v="93"/>
          <ac:spMkLst>
            <pc:docMk/>
            <pc:sldMk cId="0" sldId="264"/>
            <ac:spMk id="3" creationId="{A69D530E-CDF4-0AB8-DD55-FE9A8025841A}"/>
          </ac:spMkLst>
        </pc:spChg>
        <pc:spChg chg="del">
          <ac:chgData name="Olawale Abiodun Ogundeji (Dr.)" userId="S::wale@ahfid.org::bf7f3b58-5492-4b16-a9d7-34d40e1eb056" providerId="AD" clId="Web-{28BE877A-A38D-B772-ACFC-7DB4D6F03A77}" dt="2026-02-14T12:43:27.588" v="94"/>
          <ac:spMkLst>
            <pc:docMk/>
            <pc:sldMk cId="0" sldId="264"/>
            <ac:spMk id="4" creationId="{B440D686-DC9D-8EFF-31B9-E3E4DCD80F99}"/>
          </ac:spMkLst>
        </pc:spChg>
        <pc:picChg chg="add mod">
          <ac:chgData name="Olawale Abiodun Ogundeji (Dr.)" userId="S::wale@ahfid.org::bf7f3b58-5492-4b16-a9d7-34d40e1eb056" providerId="AD" clId="Web-{28BE877A-A38D-B772-ACFC-7DB4D6F03A77}" dt="2026-02-14T12:44:13.965" v="98" actId="14100"/>
          <ac:picMkLst>
            <pc:docMk/>
            <pc:sldMk cId="0" sldId="264"/>
            <ac:picMk id="2" creationId="{187143B3-A5AF-EDA6-DCBE-4BB618BDD49D}"/>
          </ac:picMkLst>
        </pc:picChg>
      </pc:sldChg>
      <pc:sldChg chg="addSp delSp modSp mod setBg">
        <pc:chgData name="Olawale Abiodun Ogundeji (Dr.)" userId="S::wale@ahfid.org::bf7f3b58-5492-4b16-a9d7-34d40e1eb056" providerId="AD" clId="Web-{28BE877A-A38D-B772-ACFC-7DB4D6F03A77}" dt="2026-02-14T12:56:44.147" v="141"/>
        <pc:sldMkLst>
          <pc:docMk/>
          <pc:sldMk cId="0" sldId="265"/>
        </pc:sldMkLst>
        <pc:spChg chg="del">
          <ac:chgData name="Olawale Abiodun Ogundeji (Dr.)" userId="S::wale@ahfid.org::bf7f3b58-5492-4b16-a9d7-34d40e1eb056" providerId="AD" clId="Web-{28BE877A-A38D-B772-ACFC-7DB4D6F03A77}" dt="2026-02-14T12:48:37.942" v="99"/>
          <ac:spMkLst>
            <pc:docMk/>
            <pc:sldMk cId="0" sldId="265"/>
            <ac:spMk id="2" creationId="{4196DDB5-C489-F798-1C1A-3C5EC45AFAE2}"/>
          </ac:spMkLst>
        </pc:spChg>
        <pc:spChg chg="del">
          <ac:chgData name="Olawale Abiodun Ogundeji (Dr.)" userId="S::wale@ahfid.org::bf7f3b58-5492-4b16-a9d7-34d40e1eb056" providerId="AD" clId="Web-{28BE877A-A38D-B772-ACFC-7DB4D6F03A77}" dt="2026-02-14T12:48:42.317" v="100"/>
          <ac:spMkLst>
            <pc:docMk/>
            <pc:sldMk cId="0" sldId="265"/>
            <ac:spMk id="3" creationId="{E4BB49E9-D967-C87A-2795-4DCE20C007DB}"/>
          </ac:spMkLst>
        </pc:spChg>
        <pc:picChg chg="add mod">
          <ac:chgData name="Olawale Abiodun Ogundeji (Dr.)" userId="S::wale@ahfid.org::bf7f3b58-5492-4b16-a9d7-34d40e1eb056" providerId="AD" clId="Web-{28BE877A-A38D-B772-ACFC-7DB4D6F03A77}" dt="2026-02-14T12:49:58.351" v="105" actId="1076"/>
          <ac:picMkLst>
            <pc:docMk/>
            <pc:sldMk cId="0" sldId="265"/>
            <ac:picMk id="4" creationId="{3595312D-6A1C-BE56-11E2-95BBE93B181E}"/>
          </ac:picMkLst>
        </pc:picChg>
      </pc:sldChg>
      <pc:sldChg chg="addSp delSp modSp del">
        <pc:chgData name="Olawale Abiodun Ogundeji (Dr.)" userId="S::wale@ahfid.org::bf7f3b58-5492-4b16-a9d7-34d40e1eb056" providerId="AD" clId="Web-{28BE877A-A38D-B772-ACFC-7DB4D6F03A77}" dt="2026-02-14T12:51:31.712" v="119"/>
        <pc:sldMkLst>
          <pc:docMk/>
          <pc:sldMk cId="0" sldId="266"/>
        </pc:sldMkLst>
        <pc:spChg chg="del">
          <ac:chgData name="Olawale Abiodun Ogundeji (Dr.)" userId="S::wale@ahfid.org::bf7f3b58-5492-4b16-a9d7-34d40e1eb056" providerId="AD" clId="Web-{28BE877A-A38D-B772-ACFC-7DB4D6F03A77}" dt="2026-02-14T12:50:09.413" v="107"/>
          <ac:spMkLst>
            <pc:docMk/>
            <pc:sldMk cId="0" sldId="266"/>
            <ac:spMk id="2" creationId="{9022E84C-211D-C4C9-45BD-9E75ADDC2A7C}"/>
          </ac:spMkLst>
        </pc:spChg>
        <pc:spChg chg="del">
          <ac:chgData name="Olawale Abiodun Ogundeji (Dr.)" userId="S::wale@ahfid.org::bf7f3b58-5492-4b16-a9d7-34d40e1eb056" providerId="AD" clId="Web-{28BE877A-A38D-B772-ACFC-7DB4D6F03A77}" dt="2026-02-14T12:50:06.695" v="106"/>
          <ac:spMkLst>
            <pc:docMk/>
            <pc:sldMk cId="0" sldId="266"/>
            <ac:spMk id="4" creationId="{ABD25EA4-213A-EAA4-6BA0-CFD9BBFEC66C}"/>
          </ac:spMkLst>
        </pc:spChg>
        <pc:picChg chg="add mod">
          <ac:chgData name="Olawale Abiodun Ogundeji (Dr.)" userId="S::wale@ahfid.org::bf7f3b58-5492-4b16-a9d7-34d40e1eb056" providerId="AD" clId="Web-{28BE877A-A38D-B772-ACFC-7DB4D6F03A77}" dt="2026-02-14T12:51:03.899" v="113" actId="1076"/>
          <ac:picMkLst>
            <pc:docMk/>
            <pc:sldMk cId="0" sldId="266"/>
            <ac:picMk id="3" creationId="{3DDF01A3-8B07-89E8-F799-37BB66AD8FAF}"/>
          </ac:picMkLst>
        </pc:picChg>
      </pc:sldChg>
      <pc:sldChg chg="addSp delSp modSp mod setBg">
        <pc:chgData name="Olawale Abiodun Ogundeji (Dr.)" userId="S::wale@ahfid.org::bf7f3b58-5492-4b16-a9d7-34d40e1eb056" providerId="AD" clId="Web-{28BE877A-A38D-B772-ACFC-7DB4D6F03A77}" dt="2026-02-14T12:56:38.303" v="140"/>
        <pc:sldMkLst>
          <pc:docMk/>
          <pc:sldMk cId="0" sldId="267"/>
        </pc:sldMkLst>
        <pc:spChg chg="del">
          <ac:chgData name="Olawale Abiodun Ogundeji (Dr.)" userId="S::wale@ahfid.org::bf7f3b58-5492-4b16-a9d7-34d40e1eb056" providerId="AD" clId="Web-{28BE877A-A38D-B772-ACFC-7DB4D6F03A77}" dt="2026-02-14T12:53:47.825" v="121"/>
          <ac:spMkLst>
            <pc:docMk/>
            <pc:sldMk cId="0" sldId="267"/>
            <ac:spMk id="2" creationId="{D8C0A927-4B11-C42E-E9C6-F71E9319B13E}"/>
          </ac:spMkLst>
        </pc:spChg>
        <pc:spChg chg="del">
          <ac:chgData name="Olawale Abiodun Ogundeji (Dr.)" userId="S::wale@ahfid.org::bf7f3b58-5492-4b16-a9d7-34d40e1eb056" providerId="AD" clId="Web-{28BE877A-A38D-B772-ACFC-7DB4D6F03A77}" dt="2026-02-14T12:53:51.420" v="122"/>
          <ac:spMkLst>
            <pc:docMk/>
            <pc:sldMk cId="0" sldId="267"/>
            <ac:spMk id="3" creationId="{77E758CC-50C1-7606-D73A-89E06913E9DE}"/>
          </ac:spMkLst>
        </pc:spChg>
        <pc:picChg chg="add mod">
          <ac:chgData name="Olawale Abiodun Ogundeji (Dr.)" userId="S::wale@ahfid.org::bf7f3b58-5492-4b16-a9d7-34d40e1eb056" providerId="AD" clId="Web-{28BE877A-A38D-B772-ACFC-7DB4D6F03A77}" dt="2026-02-14T12:54:38.365" v="128" actId="1076"/>
          <ac:picMkLst>
            <pc:docMk/>
            <pc:sldMk cId="0" sldId="267"/>
            <ac:picMk id="4" creationId="{8BD7F1D4-9121-E319-21D7-C724537D4A54}"/>
          </ac:picMkLst>
        </pc:picChg>
      </pc:sldChg>
      <pc:sldChg chg="del">
        <pc:chgData name="Olawale Abiodun Ogundeji (Dr.)" userId="S::wale@ahfid.org::bf7f3b58-5492-4b16-a9d7-34d40e1eb056" providerId="AD" clId="Web-{28BE877A-A38D-B772-ACFC-7DB4D6F03A77}" dt="2026-02-14T12:51:38.009" v="120"/>
        <pc:sldMkLst>
          <pc:docMk/>
          <pc:sldMk cId="0" sldId="268"/>
        </pc:sldMkLst>
      </pc:sldChg>
      <pc:sldChg chg="del">
        <pc:chgData name="Olawale Abiodun Ogundeji (Dr.)" userId="S::wale@ahfid.org::bf7f3b58-5492-4b16-a9d7-34d40e1eb056" providerId="AD" clId="Web-{28BE877A-A38D-B772-ACFC-7DB4D6F03A77}" dt="2026-02-14T12:51:31.712" v="116"/>
        <pc:sldMkLst>
          <pc:docMk/>
          <pc:sldMk cId="0" sldId="269"/>
        </pc:sldMkLst>
      </pc:sldChg>
      <pc:sldChg chg="del">
        <pc:chgData name="Olawale Abiodun Ogundeji (Dr.)" userId="S::wale@ahfid.org::bf7f3b58-5492-4b16-a9d7-34d40e1eb056" providerId="AD" clId="Web-{28BE877A-A38D-B772-ACFC-7DB4D6F03A77}" dt="2026-02-14T12:51:31.712" v="117"/>
        <pc:sldMkLst>
          <pc:docMk/>
          <pc:sldMk cId="0" sldId="271"/>
        </pc:sldMkLst>
      </pc:sldChg>
      <pc:sldChg chg="del">
        <pc:chgData name="Olawale Abiodun Ogundeji (Dr.)" userId="S::wale@ahfid.org::bf7f3b58-5492-4b16-a9d7-34d40e1eb056" providerId="AD" clId="Web-{28BE877A-A38D-B772-ACFC-7DB4D6F03A77}" dt="2026-02-14T12:51:31.712" v="118"/>
        <pc:sldMkLst>
          <pc:docMk/>
          <pc:sldMk cId="0" sldId="273"/>
        </pc:sldMkLst>
      </pc:sldChg>
      <pc:sldChg chg="del">
        <pc:chgData name="Olawale Abiodun Ogundeji (Dr.)" userId="S::wale@ahfid.org::bf7f3b58-5492-4b16-a9d7-34d40e1eb056" providerId="AD" clId="Web-{28BE877A-A38D-B772-ACFC-7DB4D6F03A77}" dt="2026-02-14T12:51:31.697" v="115"/>
        <pc:sldMkLst>
          <pc:docMk/>
          <pc:sldMk cId="0" sldId="274"/>
        </pc:sldMkLst>
      </pc:sldChg>
      <pc:sldChg chg="del">
        <pc:chgData name="Olawale Abiodun Ogundeji (Dr.)" userId="S::wale@ahfid.org::bf7f3b58-5492-4b16-a9d7-34d40e1eb056" providerId="AD" clId="Web-{28BE877A-A38D-B772-ACFC-7DB4D6F03A77}" dt="2026-02-14T12:51:31.697" v="114"/>
        <pc:sldMkLst>
          <pc:docMk/>
          <pc:sldMk cId="0" sldId="275"/>
        </pc:sldMkLst>
      </pc:sldChg>
      <pc:sldChg chg="addSp delSp modSp mod setBg">
        <pc:chgData name="Olawale Abiodun Ogundeji (Dr.)" userId="S::wale@ahfid.org::bf7f3b58-5492-4b16-a9d7-34d40e1eb056" providerId="AD" clId="Web-{28BE877A-A38D-B772-ACFC-7DB4D6F03A77}" dt="2026-02-14T12:38:52.819" v="70"/>
        <pc:sldMkLst>
          <pc:docMk/>
          <pc:sldMk cId="316734042" sldId="279"/>
        </pc:sldMkLst>
        <pc:spChg chg="del mod">
          <ac:chgData name="Olawale Abiodun Ogundeji (Dr.)" userId="S::wale@ahfid.org::bf7f3b58-5492-4b16-a9d7-34d40e1eb056" providerId="AD" clId="Web-{28BE877A-A38D-B772-ACFC-7DB4D6F03A77}" dt="2026-02-14T11:58:24.108" v="24"/>
          <ac:spMkLst>
            <pc:docMk/>
            <pc:sldMk cId="316734042" sldId="279"/>
            <ac:spMk id="3" creationId="{CE12020B-B16B-503A-3FCF-44BFBD11530F}"/>
          </ac:spMkLst>
        </pc:spChg>
        <pc:spChg chg="del">
          <ac:chgData name="Olawale Abiodun Ogundeji (Dr.)" userId="S::wale@ahfid.org::bf7f3b58-5492-4b16-a9d7-34d40e1eb056" providerId="AD" clId="Web-{28BE877A-A38D-B772-ACFC-7DB4D6F03A77}" dt="2026-02-14T11:58:14.841" v="21"/>
          <ac:spMkLst>
            <pc:docMk/>
            <pc:sldMk cId="316734042" sldId="279"/>
            <ac:spMk id="4" creationId="{36BEA256-3DA1-4623-8B72-B13DE058C82F}"/>
          </ac:spMkLst>
        </pc:spChg>
        <pc:graphicFrameChg chg="del mod modGraphic">
          <ac:chgData name="Olawale Abiodun Ogundeji (Dr.)" userId="S::wale@ahfid.org::bf7f3b58-5492-4b16-a9d7-34d40e1eb056" providerId="AD" clId="Web-{28BE877A-A38D-B772-ACFC-7DB4D6F03A77}" dt="2026-02-14T11:58:08.825" v="20"/>
          <ac:graphicFrameMkLst>
            <pc:docMk/>
            <pc:sldMk cId="316734042" sldId="279"/>
            <ac:graphicFrameMk id="6" creationId="{D856EE41-D5CB-3273-5E35-F365224556FF}"/>
          </ac:graphicFrameMkLst>
        </pc:graphicFrameChg>
        <pc:picChg chg="add mod">
          <ac:chgData name="Olawale Abiodun Ogundeji (Dr.)" userId="S::wale@ahfid.org::bf7f3b58-5492-4b16-a9d7-34d40e1eb056" providerId="AD" clId="Web-{28BE877A-A38D-B772-ACFC-7DB4D6F03A77}" dt="2026-02-14T11:58:51.438" v="31" actId="1076"/>
          <ac:picMkLst>
            <pc:docMk/>
            <pc:sldMk cId="316734042" sldId="279"/>
            <ac:picMk id="5" creationId="{0A185720-AD0B-4B0D-D08B-24EA3B0A53C9}"/>
          </ac:picMkLst>
        </pc:picChg>
      </pc:sldChg>
      <pc:sldChg chg="addSp delSp modSp mod setBg">
        <pc:chgData name="Olawale Abiodun Ogundeji (Dr.)" userId="S::wale@ahfid.org::bf7f3b58-5492-4b16-a9d7-34d40e1eb056" providerId="AD" clId="Web-{28BE877A-A38D-B772-ACFC-7DB4D6F03A77}" dt="2026-02-14T12:38:59.382" v="71"/>
        <pc:sldMkLst>
          <pc:docMk/>
          <pc:sldMk cId="2768235767" sldId="280"/>
        </pc:sldMkLst>
        <pc:spChg chg="del">
          <ac:chgData name="Olawale Abiodun Ogundeji (Dr.)" userId="S::wale@ahfid.org::bf7f3b58-5492-4b16-a9d7-34d40e1eb056" providerId="AD" clId="Web-{28BE877A-A38D-B772-ACFC-7DB4D6F03A77}" dt="2026-02-14T11:59:11.721" v="33"/>
          <ac:spMkLst>
            <pc:docMk/>
            <pc:sldMk cId="2768235767" sldId="280"/>
            <ac:spMk id="3" creationId="{330B4ED2-C158-4234-8FAA-211AA047B098}"/>
          </ac:spMkLst>
        </pc:spChg>
        <pc:spChg chg="del">
          <ac:chgData name="Olawale Abiodun Ogundeji (Dr.)" userId="S::wale@ahfid.org::bf7f3b58-5492-4b16-a9d7-34d40e1eb056" providerId="AD" clId="Web-{28BE877A-A38D-B772-ACFC-7DB4D6F03A77}" dt="2026-02-14T11:59:08.377" v="32"/>
          <ac:spMkLst>
            <pc:docMk/>
            <pc:sldMk cId="2768235767" sldId="280"/>
            <ac:spMk id="4" creationId="{63C9C1FC-64E3-F489-ADF7-CD0AB08644BD}"/>
          </ac:spMkLst>
        </pc:spChg>
        <pc:picChg chg="add mod">
          <ac:chgData name="Olawale Abiodun Ogundeji (Dr.)" userId="S::wale@ahfid.org::bf7f3b58-5492-4b16-a9d7-34d40e1eb056" providerId="AD" clId="Web-{28BE877A-A38D-B772-ACFC-7DB4D6F03A77}" dt="2026-02-14T12:00:09.209" v="37" actId="1076"/>
          <ac:picMkLst>
            <pc:docMk/>
            <pc:sldMk cId="2768235767" sldId="280"/>
            <ac:picMk id="5" creationId="{844032E1-A5D2-3B33-8405-85267C79C4D2}"/>
          </ac:picMkLst>
        </pc:picChg>
      </pc:sldChg>
      <pc:sldChg chg="addSp delSp modSp mod setBg">
        <pc:chgData name="Olawale Abiodun Ogundeji (Dr.)" userId="S::wale@ahfid.org::bf7f3b58-5492-4b16-a9d7-34d40e1eb056" providerId="AD" clId="Web-{28BE877A-A38D-B772-ACFC-7DB4D6F03A77}" dt="2026-02-14T12:39:18.759" v="73"/>
        <pc:sldMkLst>
          <pc:docMk/>
          <pc:sldMk cId="1066914800" sldId="281"/>
        </pc:sldMkLst>
        <pc:spChg chg="del">
          <ac:chgData name="Olawale Abiodun Ogundeji (Dr.)" userId="S::wale@ahfid.org::bf7f3b58-5492-4b16-a9d7-34d40e1eb056" providerId="AD" clId="Web-{28BE877A-A38D-B772-ACFC-7DB4D6F03A77}" dt="2026-02-14T12:02:44.232" v="47"/>
          <ac:spMkLst>
            <pc:docMk/>
            <pc:sldMk cId="1066914800" sldId="281"/>
            <ac:spMk id="3" creationId="{88527B40-5BC3-62B0-3743-ECEA138D473F}"/>
          </ac:spMkLst>
        </pc:spChg>
        <pc:picChg chg="add mod">
          <ac:chgData name="Olawale Abiodun Ogundeji (Dr.)" userId="S::wale@ahfid.org::bf7f3b58-5492-4b16-a9d7-34d40e1eb056" providerId="AD" clId="Web-{28BE877A-A38D-B772-ACFC-7DB4D6F03A77}" dt="2026-02-14T12:02:54.795" v="50" actId="1076"/>
          <ac:picMkLst>
            <pc:docMk/>
            <pc:sldMk cId="1066914800" sldId="281"/>
            <ac:picMk id="2" creationId="{1BCBA226-C773-B45F-5D10-411EA39E4DF7}"/>
          </ac:picMkLst>
        </pc:picChg>
        <pc:picChg chg="del mod">
          <ac:chgData name="Olawale Abiodun Ogundeji (Dr.)" userId="S::wale@ahfid.org::bf7f3b58-5492-4b16-a9d7-34d40e1eb056" providerId="AD" clId="Web-{28BE877A-A38D-B772-ACFC-7DB4D6F03A77}" dt="2026-02-14T12:02:40.232" v="46"/>
          <ac:picMkLst>
            <pc:docMk/>
            <pc:sldMk cId="1066914800" sldId="281"/>
            <ac:picMk id="4" creationId="{31E24524-E364-68E7-935C-D0BAD30CB5FA}"/>
          </ac:picMkLst>
        </pc:picChg>
        <pc:picChg chg="del">
          <ac:chgData name="Olawale Abiodun Ogundeji (Dr.)" userId="S::wale@ahfid.org::bf7f3b58-5492-4b16-a9d7-34d40e1eb056" providerId="AD" clId="Web-{28BE877A-A38D-B772-ACFC-7DB4D6F03A77}" dt="2026-02-14T12:02:35.669" v="44"/>
          <ac:picMkLst>
            <pc:docMk/>
            <pc:sldMk cId="1066914800" sldId="281"/>
            <ac:picMk id="5" creationId="{C516509C-94FC-8102-0B32-EFC9B2B91BB0}"/>
          </ac:picMkLst>
        </pc:picChg>
      </pc:sldChg>
      <pc:sldChg chg="addSp delSp modSp mod setBg">
        <pc:chgData name="Olawale Abiodun Ogundeji (Dr.)" userId="S::wale@ahfid.org::bf7f3b58-5492-4b16-a9d7-34d40e1eb056" providerId="AD" clId="Web-{28BE877A-A38D-B772-ACFC-7DB4D6F03A77}" dt="2026-02-14T12:56:06.034" v="136"/>
        <pc:sldMkLst>
          <pc:docMk/>
          <pc:sldMk cId="783745987" sldId="282"/>
        </pc:sldMkLst>
        <pc:spChg chg="del">
          <ac:chgData name="Olawale Abiodun Ogundeji (Dr.)" userId="S::wale@ahfid.org::bf7f3b58-5492-4b16-a9d7-34d40e1eb056" providerId="AD" clId="Web-{28BE877A-A38D-B772-ACFC-7DB4D6F03A77}" dt="2026-02-14T12:40:52.048" v="80"/>
          <ac:spMkLst>
            <pc:docMk/>
            <pc:sldMk cId="783745987" sldId="282"/>
            <ac:spMk id="3" creationId="{FAD43A78-BCDA-6114-35E0-08C68F17DF33}"/>
          </ac:spMkLst>
        </pc:spChg>
        <pc:picChg chg="del">
          <ac:chgData name="Olawale Abiodun Ogundeji (Dr.)" userId="S::wale@ahfid.org::bf7f3b58-5492-4b16-a9d7-34d40e1eb056" providerId="AD" clId="Web-{28BE877A-A38D-B772-ACFC-7DB4D6F03A77}" dt="2026-02-14T12:40:29.265" v="76"/>
          <ac:picMkLst>
            <pc:docMk/>
            <pc:sldMk cId="783745987" sldId="282"/>
            <ac:picMk id="2" creationId="{6E0A36DA-789D-0BF1-0384-1704153E5A81}"/>
          </ac:picMkLst>
        </pc:picChg>
        <pc:picChg chg="add mod">
          <ac:chgData name="Olawale Abiodun Ogundeji (Dr.)" userId="S::wale@ahfid.org::bf7f3b58-5492-4b16-a9d7-34d40e1eb056" providerId="AD" clId="Web-{28BE877A-A38D-B772-ACFC-7DB4D6F03A77}" dt="2026-02-14T12:41:09.221" v="84" actId="1076"/>
          <ac:picMkLst>
            <pc:docMk/>
            <pc:sldMk cId="783745987" sldId="282"/>
            <ac:picMk id="4" creationId="{9F713AE9-74A3-521A-FAC4-808B6AC8E458}"/>
          </ac:picMkLst>
        </pc:picChg>
        <pc:picChg chg="del">
          <ac:chgData name="Olawale Abiodun Ogundeji (Dr.)" userId="S::wale@ahfid.org::bf7f3b58-5492-4b16-a9d7-34d40e1eb056" providerId="AD" clId="Web-{28BE877A-A38D-B772-ACFC-7DB4D6F03A77}" dt="2026-02-14T12:40:31.202" v="77"/>
          <ac:picMkLst>
            <pc:docMk/>
            <pc:sldMk cId="783745987" sldId="282"/>
            <ac:picMk id="5" creationId="{3E20DCD9-53C0-1408-FC6E-14B074624168}"/>
          </ac:picMkLst>
        </pc:picChg>
      </pc:sldChg>
      <pc:sldChg chg="addSp delSp modSp add mod replId setBg">
        <pc:chgData name="Olawale Abiodun Ogundeji (Dr.)" userId="S::wale@ahfid.org::bf7f3b58-5492-4b16-a9d7-34d40e1eb056" providerId="AD" clId="Web-{28BE877A-A38D-B772-ACFC-7DB4D6F03A77}" dt="2026-02-14T12:56:31.521" v="139"/>
        <pc:sldMkLst>
          <pc:docMk/>
          <pc:sldMk cId="2565695439" sldId="283"/>
        </pc:sldMkLst>
        <pc:picChg chg="add mod">
          <ac:chgData name="Olawale Abiodun Ogundeji (Dr.)" userId="S::wale@ahfid.org::bf7f3b58-5492-4b16-a9d7-34d40e1eb056" providerId="AD" clId="Web-{28BE877A-A38D-B772-ACFC-7DB4D6F03A77}" dt="2026-02-14T12:55:49.111" v="135" actId="1076"/>
          <ac:picMkLst>
            <pc:docMk/>
            <pc:sldMk cId="2565695439" sldId="283"/>
            <ac:picMk id="2" creationId="{304E0F2D-A07F-A6EE-1C5A-87471B981DF6}"/>
          </ac:picMkLst>
        </pc:picChg>
        <pc:picChg chg="del">
          <ac:chgData name="Olawale Abiodun Ogundeji (Dr.)" userId="S::wale@ahfid.org::bf7f3b58-5492-4b16-a9d7-34d40e1eb056" providerId="AD" clId="Web-{28BE877A-A38D-B772-ACFC-7DB4D6F03A77}" dt="2026-02-14T12:55:27.483" v="130"/>
          <ac:picMkLst>
            <pc:docMk/>
            <pc:sldMk cId="2565695439" sldId="283"/>
            <ac:picMk id="4" creationId="{4C181FCB-2281-A6FA-BC85-1418932E9B7A}"/>
          </ac:picMkLst>
        </pc:picChg>
      </pc:sldChg>
    </pc:docChg>
  </pc:docChgLst>
  <pc:docChgLst>
    <pc:chgData name="Olawale Abiodun Ogundeji (Dr.)" userId="S::wale@ahfid.org::bf7f3b58-5492-4b16-a9d7-34d40e1eb056" providerId="AD" clId="Web-{5AF634B1-8AA5-5917-112B-B7B226C02628}"/>
    <pc:docChg chg="delSld modSld">
      <pc:chgData name="Olawale Abiodun Ogundeji (Dr.)" userId="S::wale@ahfid.org::bf7f3b58-5492-4b16-a9d7-34d40e1eb056" providerId="AD" clId="Web-{5AF634B1-8AA5-5917-112B-B7B226C02628}" dt="2026-02-01T23:39:07.716" v="869" actId="20577"/>
      <pc:docMkLst>
        <pc:docMk/>
      </pc:docMkLst>
      <pc:sldChg chg="modSp">
        <pc:chgData name="Olawale Abiodun Ogundeji (Dr.)" userId="S::wale@ahfid.org::bf7f3b58-5492-4b16-a9d7-34d40e1eb056" providerId="AD" clId="Web-{5AF634B1-8AA5-5917-112B-B7B226C02628}" dt="2026-02-01T23:39:07.716" v="869" actId="20577"/>
        <pc:sldMkLst>
          <pc:docMk/>
          <pc:sldMk cId="0" sldId="257"/>
        </pc:sldMkLst>
      </pc:sldChg>
    </pc:docChg>
  </pc:docChgLst>
  <pc:docChgLst>
    <pc:chgData name="Olawale Abiodun Ogundeji (Dr.)" userId="S::wale@ahfid.org::bf7f3b58-5492-4b16-a9d7-34d40e1eb056" providerId="AD" clId="Web-{0EFA9307-D9A1-8FEF-E0AD-A8240F15A8CD}"/>
    <pc:docChg chg="modSld">
      <pc:chgData name="Olawale Abiodun Ogundeji (Dr.)" userId="S::wale@ahfid.org::bf7f3b58-5492-4b16-a9d7-34d40e1eb056" providerId="AD" clId="Web-{0EFA9307-D9A1-8FEF-E0AD-A8240F15A8CD}" dt="2026-01-21T22:16:26.865" v="7" actId="20577"/>
      <pc:docMkLst>
        <pc:docMk/>
      </pc:docMkLst>
      <pc:sldChg chg="modSp">
        <pc:chgData name="Olawale Abiodun Ogundeji (Dr.)" userId="S::wale@ahfid.org::bf7f3b58-5492-4b16-a9d7-34d40e1eb056" providerId="AD" clId="Web-{0EFA9307-D9A1-8FEF-E0AD-A8240F15A8CD}" dt="2026-01-21T22:16:26.865" v="7" actId="20577"/>
        <pc:sldMkLst>
          <pc:docMk/>
          <pc:sldMk cId="0" sldId="257"/>
        </pc:sldMkLst>
      </pc:sldChg>
      <pc:sldChg chg="modSp">
        <pc:chgData name="Olawale Abiodun Ogundeji (Dr.)" userId="S::wale@ahfid.org::bf7f3b58-5492-4b16-a9d7-34d40e1eb056" providerId="AD" clId="Web-{0EFA9307-D9A1-8FEF-E0AD-A8240F15A8CD}" dt="2026-01-21T22:15:25.209" v="3" actId="20577"/>
        <pc:sldMkLst>
          <pc:docMk/>
          <pc:sldMk cId="0" sldId="259"/>
        </pc:sldMkLst>
      </pc:sldChg>
    </pc:docChg>
  </pc:docChgLst>
  <pc:docChgLst>
    <pc:chgData clId="Web-{301000A2-9556-BCD1-F8AA-31D9A4A84CE9}"/>
    <pc:docChg chg="modSld">
      <pc:chgData name="" userId="" providerId="" clId="Web-{301000A2-9556-BCD1-F8AA-31D9A4A84CE9}" dt="2026-02-02T00:30:09.656" v="3" actId="20577"/>
      <pc:docMkLst>
        <pc:docMk/>
      </pc:docMkLst>
      <pc:sldChg chg="modSp">
        <pc:chgData name="" userId="" providerId="" clId="Web-{301000A2-9556-BCD1-F8AA-31D9A4A84CE9}" dt="2026-02-02T00:30:09.656" v="3" actId="20577"/>
        <pc:sldMkLst>
          <pc:docMk/>
          <pc:sldMk cId="0" sldId="257"/>
        </pc:sldMkLst>
      </pc:sldChg>
    </pc:docChg>
  </pc:docChgLst>
  <pc:docChgLst>
    <pc:chgData name="Olawale Abiodun Ogundeji (Dr.)" userId="S::wale@ahfid.org::bf7f3b58-5492-4b16-a9d7-34d40e1eb056" providerId="AD" clId="Web-{DE92FAB8-5C49-5EFD-E114-E06D170F8F9C}"/>
    <pc:docChg chg="modSld">
      <pc:chgData name="Olawale Abiodun Ogundeji (Dr.)" userId="S::wale@ahfid.org::bf7f3b58-5492-4b16-a9d7-34d40e1eb056" providerId="AD" clId="Web-{DE92FAB8-5C49-5EFD-E114-E06D170F8F9C}" dt="2026-01-21T18:56:38.863" v="168" actId="14100"/>
      <pc:docMkLst>
        <pc:docMk/>
      </pc:docMkLst>
      <pc:sldChg chg="addSp delSp modSp">
        <pc:chgData name="Olawale Abiodun Ogundeji (Dr.)" userId="S::wale@ahfid.org::bf7f3b58-5492-4b16-a9d7-34d40e1eb056" providerId="AD" clId="Web-{DE92FAB8-5C49-5EFD-E114-E06D170F8F9C}" dt="2026-01-21T18:56:38.863" v="168" actId="14100"/>
        <pc:sldMkLst>
          <pc:docMk/>
          <pc:sldMk cId="0" sldId="259"/>
        </pc:sldMkLst>
        <pc:spChg chg="mod">
          <ac:chgData name="Olawale Abiodun Ogundeji (Dr.)" userId="S::wale@ahfid.org::bf7f3b58-5492-4b16-a9d7-34d40e1eb056" providerId="AD" clId="Web-{DE92FAB8-5C49-5EFD-E114-E06D170F8F9C}" dt="2026-01-21T18:52:30.278" v="108" actId="20577"/>
          <ac:spMkLst>
            <pc:docMk/>
            <pc:sldMk cId="0" sldId="259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9A7199-659A-4064-9D87-9E89ED46822F}" type="datetimeFigureOut">
              <a:t>2/14/2026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ECD79B-70D4-4C0F-8998-82B634FB71F5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473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 dirty="0">
                <a:solidFill>
                  <a:srgbClr val="03807F"/>
                </a:solidFill>
              </a:rPr>
              <a:t>Two models with the same accuracy behave very differently in deployment. Why? Distribution shift and variance: Because </a:t>
            </a:r>
            <a:r>
              <a:rPr lang="en-US" b="1" dirty="0">
                <a:solidFill>
                  <a:srgbClr val="03807F"/>
                </a:solidFill>
              </a:rPr>
              <a:t>accuracy is an average</a:t>
            </a:r>
            <a:r>
              <a:rPr lang="en-US" dirty="0">
                <a:solidFill>
                  <a:srgbClr val="03807F"/>
                </a:solidFill>
              </a:rPr>
              <a:t>, while </a:t>
            </a:r>
            <a:r>
              <a:rPr lang="en-US" b="1" dirty="0">
                <a:solidFill>
                  <a:srgbClr val="03807F"/>
                </a:solidFill>
              </a:rPr>
              <a:t>deployment exposes models to changing data distributions and different levels of variance</a:t>
            </a:r>
            <a:r>
              <a:rPr lang="en-US" dirty="0">
                <a:solidFill>
                  <a:srgbClr val="03807F"/>
                </a:solidFill>
              </a:rPr>
              <a:t>.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CD79B-70D4-4C0F-8998-82B634FB71F5}" type="slidenum"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45718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14202-0690-B0DA-2B7F-A04BC722D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90A7C4-45E2-B3FB-1470-ECA8D1DDA2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AB89A7-D23B-11F4-FC2A-01C142661A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 dirty="0">
                <a:solidFill>
                  <a:srgbClr val="03807F"/>
                </a:solidFill>
              </a:rPr>
              <a:t>Two models with the same accuracy behave very differently in deployment. Why? Distribution shift and variance: Because </a:t>
            </a:r>
            <a:r>
              <a:rPr lang="en-US" b="1" dirty="0">
                <a:solidFill>
                  <a:srgbClr val="03807F"/>
                </a:solidFill>
              </a:rPr>
              <a:t>accuracy is an average</a:t>
            </a:r>
            <a:r>
              <a:rPr lang="en-US" dirty="0">
                <a:solidFill>
                  <a:srgbClr val="03807F"/>
                </a:solidFill>
              </a:rPr>
              <a:t>, while </a:t>
            </a:r>
            <a:r>
              <a:rPr lang="en-US" b="1" dirty="0">
                <a:solidFill>
                  <a:srgbClr val="03807F"/>
                </a:solidFill>
              </a:rPr>
              <a:t>deployment exposes models to changing data distributions and different levels of variance</a:t>
            </a:r>
            <a:r>
              <a:rPr lang="en-US" dirty="0">
                <a:solidFill>
                  <a:srgbClr val="03807F"/>
                </a:solidFill>
              </a:rPr>
              <a:t>.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E602DE-EFC9-D6CC-BD77-BFDF48AE2D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CD79B-70D4-4C0F-8998-82B634FB71F5}" type="slidenum"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3536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B2565-873E-A1B4-D807-A7923D593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4F753C-CB98-F3D8-3EB6-D5D12A0118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D2AF49-BE10-EFCB-802C-E538C850A5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 dirty="0">
                <a:solidFill>
                  <a:srgbClr val="03807F"/>
                </a:solidFill>
              </a:rPr>
              <a:t>Two models with the same accuracy behave very differently in deployment. Why? Distribution shift and variance: Because </a:t>
            </a:r>
            <a:r>
              <a:rPr lang="en-US" b="1" dirty="0">
                <a:solidFill>
                  <a:srgbClr val="03807F"/>
                </a:solidFill>
              </a:rPr>
              <a:t>accuracy is an average</a:t>
            </a:r>
            <a:r>
              <a:rPr lang="en-US" dirty="0">
                <a:solidFill>
                  <a:srgbClr val="03807F"/>
                </a:solidFill>
              </a:rPr>
              <a:t>, while </a:t>
            </a:r>
            <a:r>
              <a:rPr lang="en-US" b="1" dirty="0">
                <a:solidFill>
                  <a:srgbClr val="03807F"/>
                </a:solidFill>
              </a:rPr>
              <a:t>deployment exposes models to changing data distributions and different levels of variance</a:t>
            </a:r>
            <a:r>
              <a:rPr lang="en-US" dirty="0">
                <a:solidFill>
                  <a:srgbClr val="03807F"/>
                </a:solidFill>
              </a:rPr>
              <a:t>.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AA0D9-4993-8AA3-C261-C73D125981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CD79B-70D4-4C0F-8998-82B634FB71F5}" type="slidenum"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8327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5" name="Oval 44"/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Oval 50"/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/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/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Freeform 63"/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5" name="Freeform 64"/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Oval 66"/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/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/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Oval 69"/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71"/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Oval 72"/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/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/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 75"/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 76"/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 77"/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 78"/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79"/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 80"/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 81"/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5150" y="768334"/>
            <a:ext cx="5066001" cy="2866405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5150" y="4283239"/>
            <a:ext cx="5066001" cy="1475177"/>
          </a:xfrm>
        </p:spPr>
        <p:txBody>
          <a:bodyPr anchor="b"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6928" y="457200"/>
            <a:ext cx="3608205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fld id="{A5B0A250-5CC0-1746-B209-08E8B0DAE6AF}" type="datetimeFigureOut">
              <a:rPr lang="en-US" smtClean="0"/>
              <a:t>2/14/2026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7169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582" y="457200"/>
            <a:ext cx="850588" cy="614125"/>
          </a:xfrm>
          <a:prstGeom prst="rect">
            <a:avLst/>
          </a:prstGeom>
        </p:spPr>
      </p:pic>
      <p:pic>
        <p:nvPicPr>
          <p:cNvPr id="10" name="Picture 9" descr="A blue and orange lines&#10;&#10;AI-generated content may be incorrect.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199"/>
          <a:stretch>
            <a:fillRect/>
          </a:stretch>
        </p:blipFill>
        <p:spPr>
          <a:xfrm rot="5400000">
            <a:off x="5710555" y="376555"/>
            <a:ext cx="770890" cy="1219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768351"/>
            <a:ext cx="5066001" cy="2334768"/>
          </a:xfrm>
        </p:spPr>
        <p:txBody>
          <a:bodyPr anchor="t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150" y="4255453"/>
            <a:ext cx="5066001" cy="1500187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/>
          <p:cNvGrpSpPr/>
          <p:nvPr userDrawn="1"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34" name="Oval 33"/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 46"/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 48"/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/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Freeform 63"/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6" name="Freeform 64"/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Oval 66"/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/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/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Oval 69"/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71"/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Oval 72"/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/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/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 75"/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 76"/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 77"/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 78"/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79"/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 80"/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 81"/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83" name="Picture 82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Oval 17"/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2851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89638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20" name="Oval 19"/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6" name="Freeform 25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7333488" cy="12710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2149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2149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83066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83066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6" name="Oval 15"/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2" name="Picture 1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Freeform 17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1" y="764973"/>
            <a:ext cx="3609982" cy="1395043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4832" y="770890"/>
            <a:ext cx="6112517" cy="480057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7089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Oval 16"/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770889"/>
            <a:ext cx="3609983" cy="1389127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223838" y="890816"/>
            <a:ext cx="6060136" cy="4870411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60121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/>
            <p:cNvSpPr/>
            <p:nvPr/>
          </p:nvSpPr>
          <p:spPr>
            <a:xfrm>
              <a:off x="8928528" y="491812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/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/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480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565150" y="6087110"/>
            <a:ext cx="7335146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Freeform 16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50095" y="976630"/>
            <a:ext cx="2268507" cy="47845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5150" y="976630"/>
            <a:ext cx="8264057" cy="478459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150" y="2160016"/>
            <a:ext cx="7335835" cy="3601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928" y="457200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A5B0A250-5CC0-1746-B209-08E8B0DAE6AF}" type="datetimeFigureOut">
              <a:rPr lang="en-US" smtClean="0"/>
              <a:t>2/14/2026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5150" y="6141085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09678" y="6141085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C0091645-4FE1-31A0-7709-5014E4C4E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16" y="1370096"/>
            <a:ext cx="8987590" cy="45790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3234" y="1715257"/>
            <a:ext cx="8880534" cy="3903734"/>
          </a:xfrm>
        </p:spPr>
        <p:txBody>
          <a:bodyPr>
            <a:noAutofit/>
          </a:bodyPr>
          <a:lstStyle/>
          <a:p>
            <a:pPr marL="457200" indent="-457200">
              <a:buFont typeface="Arial"/>
              <a:buChar char="•"/>
            </a:pPr>
            <a:endParaRPr lang="en-US" sz="3200" b="0" dirty="0">
              <a:solidFill>
                <a:srgbClr val="03807F"/>
              </a:solidFill>
            </a:endParaRPr>
          </a:p>
          <a:p>
            <a:pPr marL="571500" indent="-571500">
              <a:buFont typeface="Arial"/>
              <a:buChar char="•"/>
            </a:pPr>
            <a:endParaRPr lang="en-US" dirty="0">
              <a:solidFill>
                <a:srgbClr val="03807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7205E1D-802E-9757-9258-C7AC80C13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211" y="1055770"/>
            <a:ext cx="8873791" cy="50071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BF8E92-15A3-F6F9-4E37-DA8B3E518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64A74-B27B-1DB5-D4EE-E2B6D39F5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234" y="1715257"/>
            <a:ext cx="8880534" cy="3903734"/>
          </a:xfrm>
        </p:spPr>
        <p:txBody>
          <a:bodyPr>
            <a:noAutofit/>
          </a:bodyPr>
          <a:lstStyle/>
          <a:p>
            <a:pPr marL="457200" indent="-457200">
              <a:buFont typeface="Arial"/>
              <a:buChar char="•"/>
            </a:pPr>
            <a:endParaRPr lang="en-US" sz="3200" b="0" dirty="0">
              <a:solidFill>
                <a:srgbClr val="03807F"/>
              </a:solidFill>
            </a:endParaRPr>
          </a:p>
          <a:p>
            <a:pPr marL="571500" indent="-571500">
              <a:buFont typeface="Arial"/>
              <a:buChar char="•"/>
            </a:pPr>
            <a:endParaRPr lang="en-US" dirty="0">
              <a:solidFill>
                <a:srgbClr val="03807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0A185720-AD0B-4B0D-D08B-24EA3B0A5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7707" y="1093369"/>
            <a:ext cx="8796590" cy="4931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34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B23177-6E79-9DDD-7DAC-FF3CEBD66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67FBB-5B51-1FEB-2824-DD5E41F4A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234" y="1715257"/>
            <a:ext cx="8880534" cy="3903734"/>
          </a:xfrm>
        </p:spPr>
        <p:txBody>
          <a:bodyPr>
            <a:noAutofit/>
          </a:bodyPr>
          <a:lstStyle/>
          <a:p>
            <a:pPr marL="457200" indent="-457200">
              <a:buFont typeface="Arial"/>
              <a:buChar char="•"/>
            </a:pPr>
            <a:endParaRPr lang="en-US" sz="3200" b="0" dirty="0">
              <a:solidFill>
                <a:srgbClr val="03807F"/>
              </a:solidFill>
            </a:endParaRPr>
          </a:p>
          <a:p>
            <a:pPr marL="571500" indent="-571500">
              <a:buFont typeface="Arial"/>
              <a:buChar char="•"/>
            </a:pPr>
            <a:endParaRPr lang="en-US" dirty="0">
              <a:solidFill>
                <a:srgbClr val="03807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44032E1-A5D2-3B33-8405-85267C79C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735" y="1082090"/>
            <a:ext cx="8784056" cy="498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235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096092" y="1474086"/>
            <a:ext cx="8420049" cy="391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1096092" y="1928724"/>
            <a:ext cx="6888960" cy="33455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GB" sz="16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2D9FAE7-D5D1-2DC3-666C-1976B80E5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788" y="1114425"/>
            <a:ext cx="8764003" cy="48798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178DA9-4A85-74EA-7780-58C5C112A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CA03B4A-ED8C-EEEE-C9BE-1EA050DB89BA}"/>
              </a:ext>
            </a:extLst>
          </p:cNvPr>
          <p:cNvSpPr txBox="1"/>
          <p:nvPr/>
        </p:nvSpPr>
        <p:spPr>
          <a:xfrm>
            <a:off x="1096092" y="1474086"/>
            <a:ext cx="8420049" cy="391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 descr="A blue and white background with white text&#10;&#10;AI-generated content may be incorrect.">
            <a:extLst>
              <a:ext uri="{FF2B5EF4-FFF2-40B4-BE49-F238E27FC236}">
                <a16:creationId xmlns:a16="http://schemas.microsoft.com/office/drawing/2014/main" id="{1BCBA226-C773-B45F-5D10-411EA39E4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732" y="1124952"/>
            <a:ext cx="8586537" cy="4848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914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096091" y="912944"/>
            <a:ext cx="6888960" cy="5203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200" dirty="0">
              <a:solidFill>
                <a:srgbClr val="03807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5662770-40FD-E00F-03D9-83D91BC90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996" y="1171824"/>
            <a:ext cx="8565985" cy="48652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096091" y="788608"/>
            <a:ext cx="6888960" cy="5723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200" dirty="0">
              <a:solidFill>
                <a:srgbClr val="03807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 descr="A blue and grey background with white text&#10;&#10;AI-generated content may be incorrect.">
            <a:extLst>
              <a:ext uri="{FF2B5EF4-FFF2-40B4-BE49-F238E27FC236}">
                <a16:creationId xmlns:a16="http://schemas.microsoft.com/office/drawing/2014/main" id="{83662826-AA21-6685-7578-ABB693452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811" y="1070058"/>
            <a:ext cx="8706353" cy="48783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245CC7-5345-EDAB-9E79-0D516DB88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69DC2A6-BE95-97DE-82F2-DF1503BB784F}"/>
              </a:ext>
            </a:extLst>
          </p:cNvPr>
          <p:cNvSpPr txBox="1"/>
          <p:nvPr/>
        </p:nvSpPr>
        <p:spPr>
          <a:xfrm>
            <a:off x="1096092" y="1474086"/>
            <a:ext cx="8420049" cy="391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9F713AE9-74A3-521A-FAC4-808B6AC8E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362" y="1044742"/>
            <a:ext cx="8788066" cy="4948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745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066595" y="611626"/>
            <a:ext cx="7713612" cy="105002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3200" dirty="0">
              <a:solidFill>
                <a:srgbClr val="45C2C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8F935277-9B32-6E50-2439-229D09DAD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154" y="1135980"/>
            <a:ext cx="8455694" cy="477653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87143B3-A5AF-EDA6-DCBE-4BB618BDD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762" y="1096378"/>
            <a:ext cx="8814134" cy="491590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3595312D-6A1C-BE56-11E2-95BBE93B1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577" y="1234741"/>
            <a:ext cx="8514849" cy="475949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BD7F1D4-9121-E319-21D7-C724537D4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741" y="1252538"/>
            <a:ext cx="8617404" cy="46577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D603E2-3D2A-B9D1-21FF-BDF6D4873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04E0F2D-A07F-A6EE-1C5A-87471B981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427" y="1172256"/>
            <a:ext cx="8737147" cy="4861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695439"/>
      </p:ext>
    </p:extLst>
  </p:cSld>
  <p:clrMapOvr>
    <a:masterClrMapping/>
  </p:clrMapOvr>
</p:sld>
</file>

<file path=ppt/theme/theme1.xml><?xml version="1.0" encoding="utf-8"?>
<a:theme xmlns:a="http://schemas.openxmlformats.org/drawingml/2006/main" name="PunchcardVTI">
  <a:themeElements>
    <a:clrScheme name="Punchcard">
      <a:dk1>
        <a:srgbClr val="000000"/>
      </a:dk1>
      <a:lt1>
        <a:srgbClr val="FFFFFF"/>
      </a:lt1>
      <a:dk2>
        <a:srgbClr val="00224B"/>
      </a:dk2>
      <a:lt2>
        <a:srgbClr val="EFF0EF"/>
      </a:lt2>
      <a:accent1>
        <a:srgbClr val="00B2F3"/>
      </a:accent1>
      <a:accent2>
        <a:srgbClr val="0471CC"/>
      </a:accent2>
      <a:accent3>
        <a:srgbClr val="14BBA9"/>
      </a:accent3>
      <a:accent4>
        <a:srgbClr val="8BB93B"/>
      </a:accent4>
      <a:accent5>
        <a:srgbClr val="EC970C"/>
      </a:accent5>
      <a:accent6>
        <a:srgbClr val="F55822"/>
      </a:accent6>
      <a:hlink>
        <a:srgbClr val="008EE6"/>
      </a:hlink>
      <a:folHlink>
        <a:srgbClr val="808C8E"/>
      </a:folHlink>
    </a:clrScheme>
    <a:fontScheme name="Punchcard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4</Paragraphs>
  <Slides>14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PunchcardVTI</vt:lpstr>
      <vt:lpstr>PowerPoint Presentation</vt:lpstr>
      <vt:lpstr> </vt:lpstr>
      <vt:lpstr> 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Liberty</dc:creator>
  <cp:lastModifiedBy>Tolulope Kehinde</cp:lastModifiedBy>
  <cp:revision>1271</cp:revision>
  <dcterms:created xsi:type="dcterms:W3CDTF">2025-11-05T12:47:00Z</dcterms:created>
  <dcterms:modified xsi:type="dcterms:W3CDTF">2026-02-14T12:56:53Z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448BF34DDA5D4604A6E5E58B330A1B12_12</vt:lpwstr>
  </property>
  <property fmtid="{D5CDD505-2E9C-101B-9397-08002B2CF9AE}" pid="3" name="KSOProductBuildVer">
    <vt:lpwstr>1033-12.9.0.21549</vt:lpwstr>
  </property>
</Properties>
</file>
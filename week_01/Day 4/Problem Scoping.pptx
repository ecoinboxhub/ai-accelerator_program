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7" r:id="rId2"/>
    <p:sldId id="259" r:id="rId3"/>
    <p:sldId id="279" r:id="rId4"/>
    <p:sldId id="280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514FCD-762C-2842-C41A-7A0288842548}" v="169" dt="2026-02-14T11:41:01.645"/>
    <p1510:client id="{7B8D8318-83CA-4556-8525-7E3047C6D7EE}" v="278" dt="2026-02-14T10:01:47.8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wale Abiodun Ogundeji (Dr.)" userId="S::wale@ahfid.org::bf7f3b58-5492-4b16-a9d7-34d40e1eb056" providerId="AD" clId="Web-{6A001E5D-2E17-0749-652C-1A18892185FF}"/>
    <pc:docChg chg="addSld modSld sldOrd">
      <pc:chgData name="Olawale Abiodun Ogundeji (Dr.)" userId="S::wale@ahfid.org::bf7f3b58-5492-4b16-a9d7-34d40e1eb056" providerId="AD" clId="Web-{6A001E5D-2E17-0749-652C-1A18892185FF}" dt="2026-01-29T21:27:36.234" v="1128" actId="14100"/>
      <pc:docMkLst>
        <pc:docMk/>
      </pc:docMkLst>
      <pc:sldChg chg="modSp">
        <pc:chgData name="Olawale Abiodun Ogundeji (Dr.)" userId="S::wale@ahfid.org::bf7f3b58-5492-4b16-a9d7-34d40e1eb056" providerId="AD" clId="Web-{6A001E5D-2E17-0749-652C-1A18892185FF}" dt="2026-01-28T13:04:02.086" v="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6A001E5D-2E17-0749-652C-1A18892185FF}" dt="2026-01-28T13:04:02.086" v="0" actId="20577"/>
          <ac:spMkLst>
            <pc:docMk/>
            <pc:sldMk cId="0" sldId="257"/>
            <ac:spMk id="3" creationId="{9FC1A636-E70D-E210-F2FB-993CA5152805}"/>
          </ac:spMkLst>
        </pc:spChg>
      </pc:sldChg>
      <pc:sldChg chg="delSp modSp">
        <pc:chgData name="Olawale Abiodun Ogundeji (Dr.)" userId="S::wale@ahfid.org::bf7f3b58-5492-4b16-a9d7-34d40e1eb056" providerId="AD" clId="Web-{6A001E5D-2E17-0749-652C-1A18892185FF}" dt="2026-01-28T14:52:46.791" v="344" actId="20577"/>
        <pc:sldMkLst>
          <pc:docMk/>
          <pc:sldMk cId="0" sldId="260"/>
        </pc:sldMkLst>
        <pc:spChg chg="mod">
          <ac:chgData name="Olawale Abiodun Ogundeji (Dr.)" userId="S::wale@ahfid.org::bf7f3b58-5492-4b16-a9d7-34d40e1eb056" providerId="AD" clId="Web-{6A001E5D-2E17-0749-652C-1A18892185FF}" dt="2026-01-28T14:52:46.791" v="344" actId="20577"/>
          <ac:spMkLst>
            <pc:docMk/>
            <pc:sldMk cId="0" sldId="260"/>
            <ac:spMk id="3" creationId="{E027D56F-6A20-5C99-E8DE-9713F5C3E7A4}"/>
          </ac:spMkLst>
        </pc:spChg>
      </pc:sldChg>
      <pc:sldChg chg="addSp modSp">
        <pc:chgData name="Olawale Abiodun Ogundeji (Dr.)" userId="S::wale@ahfid.org::bf7f3b58-5492-4b16-a9d7-34d40e1eb056" providerId="AD" clId="Web-{6A001E5D-2E17-0749-652C-1A18892185FF}" dt="2026-01-28T13:07:52.972" v="50" actId="20577"/>
        <pc:sldMkLst>
          <pc:docMk/>
          <pc:sldMk cId="2768235767" sldId="280"/>
        </pc:sldMkLst>
      </pc:sldChg>
    </pc:docChg>
  </pc:docChgLst>
  <pc:docChgLst>
    <pc:chgData name="Olawale Abiodun Ogundeji (Dr.)" userId="S::wale@ahfid.org::bf7f3b58-5492-4b16-a9d7-34d40e1eb056" providerId="AD" clId="Web-{C4985DDB-9B9F-B747-366B-F81DE1BBA141}"/>
    <pc:docChg chg="modSld">
      <pc:chgData name="Olawale Abiodun Ogundeji (Dr.)" userId="S::wale@ahfid.org::bf7f3b58-5492-4b16-a9d7-34d40e1eb056" providerId="AD" clId="Web-{C4985DDB-9B9F-B747-366B-F81DE1BBA141}" dt="2026-02-02T10:17:21.171" v="257"/>
      <pc:docMkLst>
        <pc:docMk/>
      </pc:docMkLst>
      <pc:sldChg chg="modSp">
        <pc:chgData name="Olawale Abiodun Ogundeji (Dr.)" userId="S::wale@ahfid.org::bf7f3b58-5492-4b16-a9d7-34d40e1eb056" providerId="AD" clId="Web-{C4985DDB-9B9F-B747-366B-F81DE1BBA141}" dt="2026-02-02T09:45:48.733" v="5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C4985DDB-9B9F-B747-366B-F81DE1BBA141}" dt="2026-02-02T09:45:48.733" v="50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C4985DDB-9B9F-B747-366B-F81DE1BBA141}" dt="2026-02-02T09:50:12.088" v="103" actId="20577"/>
        <pc:sldMkLst>
          <pc:docMk/>
          <pc:sldMk cId="0" sldId="259"/>
        </pc:sldMkLst>
      </pc:sldChg>
      <pc:sldChg chg="addSp delSp modSp">
        <pc:chgData name="Olawale Abiodun Ogundeji (Dr.)" userId="S::wale@ahfid.org::bf7f3b58-5492-4b16-a9d7-34d40e1eb056" providerId="AD" clId="Web-{C4985DDB-9B9F-B747-366B-F81DE1BBA141}" dt="2026-02-02T10:17:21.171" v="25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C4985DDB-9B9F-B747-366B-F81DE1BBA141}" dt="2026-02-02T09:52:36.433" v="119" actId="14100"/>
          <ac:spMkLst>
            <pc:docMk/>
            <pc:sldMk cId="316734042" sldId="279"/>
            <ac:spMk id="3" creationId="{CE12020B-B16B-503A-3FCF-44BFBD11530F}"/>
          </ac:spMkLst>
        </pc:spChg>
        <pc:spChg chg="add mod">
          <ac:chgData name="Olawale Abiodun Ogundeji (Dr.)" userId="S::wale@ahfid.org::bf7f3b58-5492-4b16-a9d7-34d40e1eb056" providerId="AD" clId="Web-{C4985DDB-9B9F-B747-366B-F81DE1BBA141}" dt="2026-02-02T10:05:33.495" v="160" actId="20577"/>
          <ac:spMkLst>
            <pc:docMk/>
            <pc:sldMk cId="316734042" sldId="279"/>
            <ac:spMk id="4" creationId="{36BEA256-3DA1-4623-8B72-B13DE058C82F}"/>
          </ac:spMkLst>
        </pc:spChg>
      </pc:sldChg>
    </pc:docChg>
  </pc:docChgLst>
  <pc:docChgLst>
    <pc:chgData name="Olawale Abiodun Ogundeji (Dr.)" userId="S::wale@ahfid.org::bf7f3b58-5492-4b16-a9d7-34d40e1eb056" providerId="AD" clId="Web-{1914E8DD-0A47-7831-CE6F-235AEF630E52}"/>
    <pc:docChg chg="addSld modSld">
      <pc:chgData name="Olawale Abiodun Ogundeji (Dr.)" userId="S::wale@ahfid.org::bf7f3b58-5492-4b16-a9d7-34d40e1eb056" providerId="AD" clId="Web-{1914E8DD-0A47-7831-CE6F-235AEF630E52}" dt="2026-01-28T10:24:33.510" v="529" actId="14100"/>
      <pc:docMkLst>
        <pc:docMk/>
      </pc:docMkLst>
      <pc:sldChg chg="modSp">
        <pc:chgData name="Olawale Abiodun Ogundeji (Dr.)" userId="S::wale@ahfid.org::bf7f3b58-5492-4b16-a9d7-34d40e1eb056" providerId="AD" clId="Web-{1914E8DD-0A47-7831-CE6F-235AEF630E52}" dt="2026-01-27T16:19:59.943" v="83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1914E8DD-0A47-7831-CE6F-235AEF630E52}" dt="2026-01-27T16:19:59.943" v="83" actId="20577"/>
          <ac:spMkLst>
            <pc:docMk/>
            <pc:sldMk cId="0" sldId="257"/>
            <ac:spMk id="3" creationId="{9FC1A636-E70D-E210-F2FB-993CA5152805}"/>
          </ac:spMkLst>
        </pc:spChg>
      </pc:sldChg>
      <pc:sldChg chg="addSp delSp modSp modNotes">
        <pc:chgData name="Olawale Abiodun Ogundeji (Dr.)" userId="S::wale@ahfid.org::bf7f3b58-5492-4b16-a9d7-34d40e1eb056" providerId="AD" clId="Web-{1914E8DD-0A47-7831-CE6F-235AEF630E52}" dt="2026-01-28T09:54:14.021" v="496" actId="20577"/>
        <pc:sldMkLst>
          <pc:docMk/>
          <pc:sldMk cId="0" sldId="259"/>
        </pc:sldMkLst>
      </pc:sldChg>
      <pc:sldChg chg="addSp delSp modSp mod modClrScheme chgLayout">
        <pc:chgData name="Olawale Abiodun Ogundeji (Dr.)" userId="S::wale@ahfid.org::bf7f3b58-5492-4b16-a9d7-34d40e1eb056" providerId="AD" clId="Web-{1914E8DD-0A47-7831-CE6F-235AEF630E52}" dt="2026-01-27T17:43:10.890" v="416"/>
        <pc:sldMkLst>
          <pc:docMk/>
          <pc:sldMk cId="0" sldId="260"/>
        </pc:sldMkLst>
        <pc:spChg chg="add del mod">
          <ac:chgData name="Olawale Abiodun Ogundeji (Dr.)" userId="S::wale@ahfid.org::bf7f3b58-5492-4b16-a9d7-34d40e1eb056" providerId="AD" clId="Web-{1914E8DD-0A47-7831-CE6F-235AEF630E52}" dt="2026-01-27T17:16:43.650" v="97" actId="20577"/>
          <ac:spMkLst>
            <pc:docMk/>
            <pc:sldMk cId="0" sldId="260"/>
            <ac:spMk id="3" creationId="{E027D56F-6A20-5C99-E8DE-9713F5C3E7A4}"/>
          </ac:spMkLst>
        </pc:spChg>
      </pc:sldChg>
      <pc:sldChg chg="addSp delSp modSp add replId">
        <pc:chgData name="Olawale Abiodun Ogundeji (Dr.)" userId="S::wale@ahfid.org::bf7f3b58-5492-4b16-a9d7-34d40e1eb056" providerId="AD" clId="Web-{1914E8DD-0A47-7831-CE6F-235AEF630E52}" dt="2026-01-28T10:22:21.595" v="506" actId="1076"/>
        <pc:sldMkLst>
          <pc:docMk/>
          <pc:sldMk cId="316734042" sldId="279"/>
        </pc:sldMkLst>
      </pc:sldChg>
      <pc:sldChg chg="delSp modSp add replId">
        <pc:chgData name="Olawale Abiodun Ogundeji (Dr.)" userId="S::wale@ahfid.org::bf7f3b58-5492-4b16-a9d7-34d40e1eb056" providerId="AD" clId="Web-{1914E8DD-0A47-7831-CE6F-235AEF630E52}" dt="2026-01-28T10:24:33.510" v="529" actId="14100"/>
        <pc:sldMkLst>
          <pc:docMk/>
          <pc:sldMk cId="2768235767" sldId="280"/>
        </pc:sldMkLst>
      </pc:sldChg>
    </pc:docChg>
  </pc:docChgLst>
  <pc:docChgLst>
    <pc:chgData clId="Web-{7B8D8318-83CA-4556-8525-7E3047C6D7EE}"/>
    <pc:docChg chg="modSld">
      <pc:chgData name="" userId="" providerId="" clId="Web-{7B8D8318-83CA-4556-8525-7E3047C6D7EE}" dt="2026-02-14T07:52:38.170" v="1" actId="20577"/>
      <pc:docMkLst>
        <pc:docMk/>
      </pc:docMkLst>
      <pc:sldChg chg="modSp">
        <pc:chgData name="" userId="" providerId="" clId="Web-{7B8D8318-83CA-4556-8525-7E3047C6D7EE}" dt="2026-02-14T07:52:38.170" v="1" actId="20577"/>
        <pc:sldMkLst>
          <pc:docMk/>
          <pc:sldMk cId="0" sldId="257"/>
        </pc:sldMkLst>
        <pc:spChg chg="mod">
          <ac:chgData name="" userId="" providerId="" clId="Web-{7B8D8318-83CA-4556-8525-7E3047C6D7EE}" dt="2026-02-14T07:52:38.170" v="1" actId="20577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3A514FCD-762C-2842-C41A-7A0288842548}"/>
    <pc:docChg chg="modSld">
      <pc:chgData name="Olawale Abiodun Ogundeji (Dr.)" userId="S::wale@ahfid.org::bf7f3b58-5492-4b16-a9d7-34d40e1eb056" providerId="AD" clId="Web-{3A514FCD-762C-2842-C41A-7A0288842548}" dt="2026-02-14T11:40:58.551" v="115" actId="20577"/>
      <pc:docMkLst>
        <pc:docMk/>
      </pc:docMkLst>
      <pc:sldChg chg="addSp delSp modSp">
        <pc:chgData name="Olawale Abiodun Ogundeji (Dr.)" userId="S::wale@ahfid.org::bf7f3b58-5492-4b16-a9d7-34d40e1eb056" providerId="AD" clId="Web-{3A514FCD-762C-2842-C41A-7A0288842548}" dt="2026-02-14T11:40:58.551" v="115" actId="20577"/>
        <pc:sldMkLst>
          <pc:docMk/>
          <pc:sldMk cId="0" sldId="259"/>
        </pc:sldMkLst>
        <pc:spChg chg="del mod">
          <ac:chgData name="Olawale Abiodun Ogundeji (Dr.)" userId="S::wale@ahfid.org::bf7f3b58-5492-4b16-a9d7-34d40e1eb056" providerId="AD" clId="Web-{3A514FCD-762C-2842-C41A-7A0288842548}" dt="2026-02-14T11:37:59.843" v="63"/>
          <ac:spMkLst>
            <pc:docMk/>
            <pc:sldMk cId="0" sldId="259"/>
            <ac:spMk id="3" creationId="{3EDAD1F7-BB38-C95D-7ECE-AAB912129DEF}"/>
          </ac:spMkLst>
        </pc:spChg>
        <pc:spChg chg="del mod">
          <ac:chgData name="Olawale Abiodun Ogundeji (Dr.)" userId="S::wale@ahfid.org::bf7f3b58-5492-4b16-a9d7-34d40e1eb056" providerId="AD" clId="Web-{3A514FCD-762C-2842-C41A-7A0288842548}" dt="2026-02-14T11:35:55.682" v="28"/>
          <ac:spMkLst>
            <pc:docMk/>
            <pc:sldMk cId="0" sldId="259"/>
            <ac:spMk id="4" creationId="{AB6FD9B8-82F3-3021-C31F-6B268285D27A}"/>
          </ac:spMkLst>
        </pc:spChg>
        <pc:spChg chg="add mod">
          <ac:chgData name="Olawale Abiodun Ogundeji (Dr.)" userId="S::wale@ahfid.org::bf7f3b58-5492-4b16-a9d7-34d40e1eb056" providerId="AD" clId="Web-{3A514FCD-762C-2842-C41A-7A0288842548}" dt="2026-02-14T11:40:58.551" v="115" actId="20577"/>
          <ac:spMkLst>
            <pc:docMk/>
            <pc:sldMk cId="0" sldId="259"/>
            <ac:spMk id="5" creationId="{8526FD81-445B-0855-0538-81981A739066}"/>
          </ac:spMkLst>
        </pc:spChg>
        <pc:spChg chg="add mod">
          <ac:chgData name="Olawale Abiodun Ogundeji (Dr.)" userId="S::wale@ahfid.org::bf7f3b58-5492-4b16-a9d7-34d40e1eb056" providerId="AD" clId="Web-{3A514FCD-762C-2842-C41A-7A0288842548}" dt="2026-02-14T11:38:35.672" v="75" actId="1076"/>
          <ac:spMkLst>
            <pc:docMk/>
            <pc:sldMk cId="0" sldId="259"/>
            <ac:spMk id="6" creationId="{A213F0E4-F6AE-FEA3-07AA-2B2A92381501}"/>
          </ac:spMkLst>
        </pc:spChg>
      </pc:sldChg>
      <pc:sldChg chg="addSp delSp modSp mod setBg">
        <pc:chgData name="Olawale Abiodun Ogundeji (Dr.)" userId="S::wale@ahfid.org::bf7f3b58-5492-4b16-a9d7-34d40e1eb056" providerId="AD" clId="Web-{3A514FCD-762C-2842-C41A-7A0288842548}" dt="2026-02-14T11:40:24.159" v="110" actId="20577"/>
        <pc:sldMkLst>
          <pc:docMk/>
          <pc:sldMk cId="0" sldId="260"/>
        </pc:sldMkLst>
        <pc:spChg chg="add mod">
          <ac:chgData name="Olawale Abiodun Ogundeji (Dr.)" userId="S::wale@ahfid.org::bf7f3b58-5492-4b16-a9d7-34d40e1eb056" providerId="AD" clId="Web-{3A514FCD-762C-2842-C41A-7A0288842548}" dt="2026-02-14T11:40:24.159" v="110" actId="20577"/>
          <ac:spMkLst>
            <pc:docMk/>
            <pc:sldMk cId="0" sldId="260"/>
            <ac:spMk id="2" creationId="{2835E497-1062-9217-9C7A-0AB86900EBD9}"/>
          </ac:spMkLst>
        </pc:spChg>
        <pc:spChg chg="mod">
          <ac:chgData name="Olawale Abiodun Ogundeji (Dr.)" userId="S::wale@ahfid.org::bf7f3b58-5492-4b16-a9d7-34d40e1eb056" providerId="AD" clId="Web-{3A514FCD-762C-2842-C41A-7A0288842548}" dt="2026-02-14T10:04:45.084" v="20" actId="20577"/>
          <ac:spMkLst>
            <pc:docMk/>
            <pc:sldMk cId="0" sldId="260"/>
            <ac:spMk id="3" creationId="{E027D56F-6A20-5C99-E8DE-9713F5C3E7A4}"/>
          </ac:spMkLst>
        </pc:spChg>
        <pc:spChg chg="del">
          <ac:chgData name="Olawale Abiodun Ogundeji (Dr.)" userId="S::wale@ahfid.org::bf7f3b58-5492-4b16-a9d7-34d40e1eb056" providerId="AD" clId="Web-{3A514FCD-762C-2842-C41A-7A0288842548}" dt="2026-02-14T10:03:32.600" v="2"/>
          <ac:spMkLst>
            <pc:docMk/>
            <pc:sldMk cId="0" sldId="260"/>
            <ac:spMk id="8" creationId="{00000000-0000-0000-0000-000000000000}"/>
          </ac:spMkLst>
        </pc:spChg>
      </pc:sldChg>
      <pc:sldChg chg="modSp">
        <pc:chgData name="Olawale Abiodun Ogundeji (Dr.)" userId="S::wale@ahfid.org::bf7f3b58-5492-4b16-a9d7-34d40e1eb056" providerId="AD" clId="Web-{3A514FCD-762C-2842-C41A-7A0288842548}" dt="2026-02-14T11:40:38.113" v="112" actId="1076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3A514FCD-762C-2842-C41A-7A0288842548}" dt="2026-02-14T11:40:30.191" v="111" actId="1076"/>
          <ac:spMkLst>
            <pc:docMk/>
            <pc:sldMk cId="316734042" sldId="279"/>
            <ac:spMk id="3" creationId="{CE12020B-B16B-503A-3FCF-44BFBD11530F}"/>
          </ac:spMkLst>
        </pc:spChg>
        <pc:spChg chg="mod">
          <ac:chgData name="Olawale Abiodun Ogundeji (Dr.)" userId="S::wale@ahfid.org::bf7f3b58-5492-4b16-a9d7-34d40e1eb056" providerId="AD" clId="Web-{3A514FCD-762C-2842-C41A-7A0288842548}" dt="2026-02-14T11:40:38.113" v="112" actId="1076"/>
          <ac:spMkLst>
            <pc:docMk/>
            <pc:sldMk cId="316734042" sldId="279"/>
            <ac:spMk id="4" creationId="{36BEA256-3DA1-4623-8B72-B13DE058C82F}"/>
          </ac:spMkLst>
        </pc:spChg>
      </pc:sldChg>
      <pc:sldChg chg="modSp">
        <pc:chgData name="Olawale Abiodun Ogundeji (Dr.)" userId="S::wale@ahfid.org::bf7f3b58-5492-4b16-a9d7-34d40e1eb056" providerId="AD" clId="Web-{3A514FCD-762C-2842-C41A-7A0288842548}" dt="2026-02-14T11:40:11.644" v="105" actId="20577"/>
        <pc:sldMkLst>
          <pc:docMk/>
          <pc:sldMk cId="2768235767" sldId="280"/>
        </pc:sldMkLst>
        <pc:spChg chg="mod">
          <ac:chgData name="Olawale Abiodun Ogundeji (Dr.)" userId="S::wale@ahfid.org::bf7f3b58-5492-4b16-a9d7-34d40e1eb056" providerId="AD" clId="Web-{3A514FCD-762C-2842-C41A-7A0288842548}" dt="2026-02-14T11:40:11.644" v="105" actId="20577"/>
          <ac:spMkLst>
            <pc:docMk/>
            <pc:sldMk cId="2768235767" sldId="280"/>
            <ac:spMk id="5" creationId="{E05C31AB-2633-A464-F869-52846F48BBF3}"/>
          </ac:spMkLst>
        </pc:spChg>
        <pc:spChg chg="mod">
          <ac:chgData name="Olawale Abiodun Ogundeji (Dr.)" userId="S::wale@ahfid.org::bf7f3b58-5492-4b16-a9d7-34d40e1eb056" providerId="AD" clId="Web-{3A514FCD-762C-2842-C41A-7A0288842548}" dt="2026-02-14T11:39:23.908" v="88" actId="1076"/>
          <ac:spMkLst>
            <pc:docMk/>
            <pc:sldMk cId="2768235767" sldId="280"/>
            <ac:spMk id="6" creationId="{9B71DE8E-C9CE-361B-D7A7-373A79314135}"/>
          </ac:spMkLst>
        </pc:spChg>
      </pc:sldChg>
    </pc:docChg>
  </pc:docChgLst>
  <pc:docChgLst>
    <pc:chgData name="Olawale Abiodun Ogundeji (Dr.)" userId="S::wale@ahfid.org::bf7f3b58-5492-4b16-a9d7-34d40e1eb056" providerId="AD" clId="Web-{7B8D8318-83CA-4556-8525-7E3047C6D7EE}"/>
    <pc:docChg chg="delSld modSld">
      <pc:chgData name="Olawale Abiodun Ogundeji (Dr.)" userId="S::wale@ahfid.org::bf7f3b58-5492-4b16-a9d7-34d40e1eb056" providerId="AD" clId="Web-{7B8D8318-83CA-4556-8525-7E3047C6D7EE}" dt="2026-02-14T10:01:47.893" v="179"/>
      <pc:docMkLst>
        <pc:docMk/>
      </pc:docMkLst>
      <pc:sldChg chg="addSp modSp mod setBg">
        <pc:chgData name="Olawale Abiodun Ogundeji (Dr.)" userId="S::wale@ahfid.org::bf7f3b58-5492-4b16-a9d7-34d40e1eb056" providerId="AD" clId="Web-{7B8D8318-83CA-4556-8525-7E3047C6D7EE}" dt="2026-02-14T07:58:30.058" v="49" actId="20577"/>
        <pc:sldMkLst>
          <pc:docMk/>
          <pc:sldMk cId="0" sldId="257"/>
        </pc:sldMkLst>
        <pc:spChg chg="add mod">
          <ac:chgData name="Olawale Abiodun Ogundeji (Dr.)" userId="S::wale@ahfid.org::bf7f3b58-5492-4b16-a9d7-34d40e1eb056" providerId="AD" clId="Web-{7B8D8318-83CA-4556-8525-7E3047C6D7EE}" dt="2026-02-14T07:58:30.058" v="49" actId="20577"/>
          <ac:spMkLst>
            <pc:docMk/>
            <pc:sldMk cId="0" sldId="257"/>
            <ac:spMk id="2" creationId="{B224CD04-5060-8F5D-CE49-8FE369D00F07}"/>
          </ac:spMkLst>
        </pc:spChg>
        <pc:spChg chg="mod">
          <ac:chgData name="Olawale Abiodun Ogundeji (Dr.)" userId="S::wale@ahfid.org::bf7f3b58-5492-4b16-a9d7-34d40e1eb056" providerId="AD" clId="Web-{7B8D8318-83CA-4556-8525-7E3047C6D7EE}" dt="2026-02-14T07:58:23.011" v="48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 mod setBg">
        <pc:chgData name="Olawale Abiodun Ogundeji (Dr.)" userId="S::wale@ahfid.org::bf7f3b58-5492-4b16-a9d7-34d40e1eb056" providerId="AD" clId="Web-{7B8D8318-83CA-4556-8525-7E3047C6D7EE}" dt="2026-02-14T08:04:53.036" v="89" actId="20577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7B8D8318-83CA-4556-8525-7E3047C6D7EE}" dt="2026-02-14T08:04:53.036" v="89" actId="20577"/>
          <ac:spMkLst>
            <pc:docMk/>
            <pc:sldMk cId="0" sldId="259"/>
            <ac:spMk id="3" creationId="{3EDAD1F7-BB38-C95D-7ECE-AAB912129DEF}"/>
          </ac:spMkLst>
        </pc:spChg>
        <pc:spChg chg="mod">
          <ac:chgData name="Olawale Abiodun Ogundeji (Dr.)" userId="S::wale@ahfid.org::bf7f3b58-5492-4b16-a9d7-34d40e1eb056" providerId="AD" clId="Web-{7B8D8318-83CA-4556-8525-7E3047C6D7EE}" dt="2026-02-14T08:03:07.175" v="84" actId="20577"/>
          <ac:spMkLst>
            <pc:docMk/>
            <pc:sldMk cId="0" sldId="259"/>
            <ac:spMk id="4" creationId="{AB6FD9B8-82F3-3021-C31F-6B268285D27A}"/>
          </ac:spMkLst>
        </pc:spChg>
      </pc:sldChg>
      <pc:sldChg chg="addSp delSp modSp">
        <pc:chgData name="Olawale Abiodun Ogundeji (Dr.)" userId="S::wale@ahfid.org::bf7f3b58-5492-4b16-a9d7-34d40e1eb056" providerId="AD" clId="Web-{7B8D8318-83CA-4556-8525-7E3047C6D7EE}" dt="2026-02-14T10:01:47.893" v="179"/>
        <pc:sldMkLst>
          <pc:docMk/>
          <pc:sldMk cId="0" sldId="260"/>
        </pc:sldMkLst>
        <pc:spChg chg="add">
          <ac:chgData name="Olawale Abiodun Ogundeji (Dr.)" userId="S::wale@ahfid.org::bf7f3b58-5492-4b16-a9d7-34d40e1eb056" providerId="AD" clId="Web-{7B8D8318-83CA-4556-8525-7E3047C6D7EE}" dt="2026-02-14T10:01:47.893" v="179"/>
          <ac:spMkLst>
            <pc:docMk/>
            <pc:sldMk cId="0" sldId="260"/>
            <ac:spMk id="2" creationId="{12B55C58-0771-BD63-DEEE-7E2BA211C1EF}"/>
          </ac:spMkLst>
        </pc:spChg>
        <pc:spChg chg="mod">
          <ac:chgData name="Olawale Abiodun Ogundeji (Dr.)" userId="S::wale@ahfid.org::bf7f3b58-5492-4b16-a9d7-34d40e1eb056" providerId="AD" clId="Web-{7B8D8318-83CA-4556-8525-7E3047C6D7EE}" dt="2026-02-14T10:01:31.439" v="178" actId="20577"/>
          <ac:spMkLst>
            <pc:docMk/>
            <pc:sldMk cId="0" sldId="260"/>
            <ac:spMk id="3" creationId="{E027D56F-6A20-5C99-E8DE-9713F5C3E7A4}"/>
          </ac:spMkLst>
        </pc:spChg>
        <pc:graphicFrameChg chg="del mod modGraphic">
          <ac:chgData name="Olawale Abiodun Ogundeji (Dr.)" userId="S::wale@ahfid.org::bf7f3b58-5492-4b16-a9d7-34d40e1eb056" providerId="AD" clId="Web-{7B8D8318-83CA-4556-8525-7E3047C6D7EE}" dt="2026-02-14T09:58:23.545" v="174"/>
          <ac:graphicFrameMkLst>
            <pc:docMk/>
            <pc:sldMk cId="0" sldId="260"/>
            <ac:graphicFrameMk id="13" creationId="{798E8C13-E851-176B-0534-7502CF53C121}"/>
          </ac:graphicFrameMkLst>
        </pc:graphicFrameChg>
      </pc:sldChg>
      <pc:sldChg chg="del">
        <pc:chgData name="Olawale Abiodun Ogundeji (Dr.)" userId="S::wale@ahfid.org::bf7f3b58-5492-4b16-a9d7-34d40e1eb056" providerId="AD" clId="Web-{7B8D8318-83CA-4556-8525-7E3047C6D7EE}" dt="2026-02-14T09:57:37.403" v="159"/>
        <pc:sldMkLst>
          <pc:docMk/>
          <pc:sldMk cId="0" sldId="261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7:37.403" v="158"/>
        <pc:sldMkLst>
          <pc:docMk/>
          <pc:sldMk cId="0" sldId="262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7:50.137" v="164"/>
        <pc:sldMkLst>
          <pc:docMk/>
          <pc:sldMk cId="0" sldId="263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7:50.137" v="163"/>
        <pc:sldMkLst>
          <pc:docMk/>
          <pc:sldMk cId="0" sldId="264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7:50.137" v="162"/>
        <pc:sldMkLst>
          <pc:docMk/>
          <pc:sldMk cId="0" sldId="265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7:50.137" v="161"/>
        <pc:sldMkLst>
          <pc:docMk/>
          <pc:sldMk cId="0" sldId="266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8:14.670" v="171"/>
        <pc:sldMkLst>
          <pc:docMk/>
          <pc:sldMk cId="0" sldId="267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8:14.670" v="170"/>
        <pc:sldMkLst>
          <pc:docMk/>
          <pc:sldMk cId="0" sldId="268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8:06.076" v="167"/>
        <pc:sldMkLst>
          <pc:docMk/>
          <pc:sldMk cId="0" sldId="269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8:06.076" v="168"/>
        <pc:sldMkLst>
          <pc:docMk/>
          <pc:sldMk cId="0" sldId="271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8:06.091" v="169"/>
        <pc:sldMkLst>
          <pc:docMk/>
          <pc:sldMk cId="0" sldId="273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8:06.076" v="166"/>
        <pc:sldMkLst>
          <pc:docMk/>
          <pc:sldMk cId="0" sldId="274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8:06.076" v="165"/>
        <pc:sldMkLst>
          <pc:docMk/>
          <pc:sldMk cId="0" sldId="275"/>
        </pc:sldMkLst>
      </pc:sldChg>
      <pc:sldChg chg="delSp modSp mod setBg">
        <pc:chgData name="Olawale Abiodun Ogundeji (Dr.)" userId="S::wale@ahfid.org::bf7f3b58-5492-4b16-a9d7-34d40e1eb056" providerId="AD" clId="Web-{7B8D8318-83CA-4556-8525-7E3047C6D7EE}" dt="2026-02-14T09:52:08.586" v="129" actId="20577"/>
        <pc:sldMkLst>
          <pc:docMk/>
          <pc:sldMk cId="316734042" sldId="279"/>
        </pc:sldMkLst>
        <pc:spChg chg="mod">
          <ac:chgData name="Olawale Abiodun Ogundeji (Dr.)" userId="S::wale@ahfid.org::bf7f3b58-5492-4b16-a9d7-34d40e1eb056" providerId="AD" clId="Web-{7B8D8318-83CA-4556-8525-7E3047C6D7EE}" dt="2026-02-14T08:06:16.495" v="99" actId="20577"/>
          <ac:spMkLst>
            <pc:docMk/>
            <pc:sldMk cId="316734042" sldId="279"/>
            <ac:spMk id="3" creationId="{CE12020B-B16B-503A-3FCF-44BFBD11530F}"/>
          </ac:spMkLst>
        </pc:spChg>
        <pc:spChg chg="mod">
          <ac:chgData name="Olawale Abiodun Ogundeji (Dr.)" userId="S::wale@ahfid.org::bf7f3b58-5492-4b16-a9d7-34d40e1eb056" providerId="AD" clId="Web-{7B8D8318-83CA-4556-8525-7E3047C6D7EE}" dt="2026-02-14T09:52:08.586" v="129" actId="20577"/>
          <ac:spMkLst>
            <pc:docMk/>
            <pc:sldMk cId="316734042" sldId="279"/>
            <ac:spMk id="4" creationId="{36BEA256-3DA1-4623-8B72-B13DE058C82F}"/>
          </ac:spMkLst>
        </pc:spChg>
        <pc:graphicFrameChg chg="del">
          <ac:chgData name="Olawale Abiodun Ogundeji (Dr.)" userId="S::wale@ahfid.org::bf7f3b58-5492-4b16-a9d7-34d40e1eb056" providerId="AD" clId="Web-{7B8D8318-83CA-4556-8525-7E3047C6D7EE}" dt="2026-02-14T08:05:05.505" v="90"/>
          <ac:graphicFrameMkLst>
            <pc:docMk/>
            <pc:sldMk cId="316734042" sldId="279"/>
            <ac:graphicFrameMk id="6" creationId="{D856EE41-D5CB-3273-5E35-F365224556FF}"/>
          </ac:graphicFrameMkLst>
        </pc:graphicFrameChg>
      </pc:sldChg>
      <pc:sldChg chg="addSp delSp modSp mod setBg">
        <pc:chgData name="Olawale Abiodun Ogundeji (Dr.)" userId="S::wale@ahfid.org::bf7f3b58-5492-4b16-a9d7-34d40e1eb056" providerId="AD" clId="Web-{7B8D8318-83CA-4556-8525-7E3047C6D7EE}" dt="2026-02-14T09:55:00.063" v="156" actId="20577"/>
        <pc:sldMkLst>
          <pc:docMk/>
          <pc:sldMk cId="2768235767" sldId="280"/>
        </pc:sldMkLst>
        <pc:spChg chg="del">
          <ac:chgData name="Olawale Abiodun Ogundeji (Dr.)" userId="S::wale@ahfid.org::bf7f3b58-5492-4b16-a9d7-34d40e1eb056" providerId="AD" clId="Web-{7B8D8318-83CA-4556-8525-7E3047C6D7EE}" dt="2026-02-14T09:52:46.446" v="131"/>
          <ac:spMkLst>
            <pc:docMk/>
            <pc:sldMk cId="2768235767" sldId="280"/>
            <ac:spMk id="3" creationId="{330B4ED2-C158-4234-8FAA-211AA047B098}"/>
          </ac:spMkLst>
        </pc:spChg>
        <pc:spChg chg="del">
          <ac:chgData name="Olawale Abiodun Ogundeji (Dr.)" userId="S::wale@ahfid.org::bf7f3b58-5492-4b16-a9d7-34d40e1eb056" providerId="AD" clId="Web-{7B8D8318-83CA-4556-8525-7E3047C6D7EE}" dt="2026-02-14T09:52:35.633" v="130"/>
          <ac:spMkLst>
            <pc:docMk/>
            <pc:sldMk cId="2768235767" sldId="280"/>
            <ac:spMk id="4" creationId="{63C9C1FC-64E3-F489-ADF7-CD0AB08644BD}"/>
          </ac:spMkLst>
        </pc:spChg>
        <pc:spChg chg="add mod">
          <ac:chgData name="Olawale Abiodun Ogundeji (Dr.)" userId="S::wale@ahfid.org::bf7f3b58-5492-4b16-a9d7-34d40e1eb056" providerId="AD" clId="Web-{7B8D8318-83CA-4556-8525-7E3047C6D7EE}" dt="2026-02-14T09:54:12.415" v="148" actId="20577"/>
          <ac:spMkLst>
            <pc:docMk/>
            <pc:sldMk cId="2768235767" sldId="280"/>
            <ac:spMk id="5" creationId="{E05C31AB-2633-A464-F869-52846F48BBF3}"/>
          </ac:spMkLst>
        </pc:spChg>
        <pc:spChg chg="add mod">
          <ac:chgData name="Olawale Abiodun Ogundeji (Dr.)" userId="S::wale@ahfid.org::bf7f3b58-5492-4b16-a9d7-34d40e1eb056" providerId="AD" clId="Web-{7B8D8318-83CA-4556-8525-7E3047C6D7EE}" dt="2026-02-14T09:55:00.063" v="156" actId="20577"/>
          <ac:spMkLst>
            <pc:docMk/>
            <pc:sldMk cId="2768235767" sldId="280"/>
            <ac:spMk id="6" creationId="{9B71DE8E-C9CE-361B-D7A7-373A79314135}"/>
          </ac:spMkLst>
        </pc:spChg>
      </pc:sldChg>
      <pc:sldChg chg="del">
        <pc:chgData name="Olawale Abiodun Ogundeji (Dr.)" userId="S::wale@ahfid.org::bf7f3b58-5492-4b16-a9d7-34d40e1eb056" providerId="AD" clId="Web-{7B8D8318-83CA-4556-8525-7E3047C6D7EE}" dt="2026-02-14T09:57:37.403" v="160"/>
        <pc:sldMkLst>
          <pc:docMk/>
          <pc:sldMk cId="1066914800" sldId="281"/>
        </pc:sldMkLst>
      </pc:sldChg>
      <pc:sldChg chg="del">
        <pc:chgData name="Olawale Abiodun Ogundeji (Dr.)" userId="S::wale@ahfid.org::bf7f3b58-5492-4b16-a9d7-34d40e1eb056" providerId="AD" clId="Web-{7B8D8318-83CA-4556-8525-7E3047C6D7EE}" dt="2026-02-14T09:57:37.403" v="157"/>
        <pc:sldMkLst>
          <pc:docMk/>
          <pc:sldMk cId="783745987" sldId="282"/>
        </pc:sldMkLst>
      </pc:sldChg>
    </pc:docChg>
  </pc:docChgLst>
  <pc:docChgLst>
    <pc:chgData name="Olawale Abiodun Ogundeji (Dr.)" userId="S::wale@ahfid.org::bf7f3b58-5492-4b16-a9d7-34d40e1eb056" providerId="AD" clId="Web-{301000A2-9556-BCD1-F8AA-31D9A4A84CE9}"/>
    <pc:docChg chg="modSld">
      <pc:chgData name="Olawale Abiodun Ogundeji (Dr.)" userId="S::wale@ahfid.org::bf7f3b58-5492-4b16-a9d7-34d40e1eb056" providerId="AD" clId="Web-{301000A2-9556-BCD1-F8AA-31D9A4A84CE9}" dt="2026-02-02T00:30:14.422" v="0" actId="20577"/>
      <pc:docMkLst>
        <pc:docMk/>
      </pc:docMkLst>
      <pc:sldChg chg="modSp">
        <pc:chgData name="Olawale Abiodun Ogundeji (Dr.)" userId="S::wale@ahfid.org::bf7f3b58-5492-4b16-a9d7-34d40e1eb056" providerId="AD" clId="Web-{301000A2-9556-BCD1-F8AA-31D9A4A84CE9}" dt="2026-02-02T00:30:14.422" v="0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301000A2-9556-BCD1-F8AA-31D9A4A84CE9}" dt="2026-02-02T00:30:14.422" v="0" actId="20577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5AF634B1-8AA5-5917-112B-B7B226C02628}"/>
    <pc:docChg chg="delSld modSld">
      <pc:chgData name="Olawale Abiodun Ogundeji (Dr.)" userId="S::wale@ahfid.org::bf7f3b58-5492-4b16-a9d7-34d40e1eb056" providerId="AD" clId="Web-{5AF634B1-8AA5-5917-112B-B7B226C02628}" dt="2026-02-01T23:39:07.716" v="869" actId="20577"/>
      <pc:docMkLst>
        <pc:docMk/>
      </pc:docMkLst>
      <pc:sldChg chg="modSp">
        <pc:chgData name="Olawale Abiodun Ogundeji (Dr.)" userId="S::wale@ahfid.org::bf7f3b58-5492-4b16-a9d7-34d40e1eb056" providerId="AD" clId="Web-{5AF634B1-8AA5-5917-112B-B7B226C02628}" dt="2026-02-01T23:39:07.716" v="869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5AF634B1-8AA5-5917-112B-B7B226C02628}" dt="2026-02-01T23:39:07.716" v="869" actId="20577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0EFA9307-D9A1-8FEF-E0AD-A8240F15A8CD}"/>
    <pc:docChg chg="modSld">
      <pc:chgData name="Olawale Abiodun Ogundeji (Dr.)" userId="S::wale@ahfid.org::bf7f3b58-5492-4b16-a9d7-34d40e1eb056" providerId="AD" clId="Web-{0EFA9307-D9A1-8FEF-E0AD-A8240F15A8CD}" dt="2026-01-21T22:16:26.865" v="7" actId="20577"/>
      <pc:docMkLst>
        <pc:docMk/>
      </pc:docMkLst>
      <pc:sldChg chg="modSp">
        <pc:chgData name="Olawale Abiodun Ogundeji (Dr.)" userId="S::wale@ahfid.org::bf7f3b58-5492-4b16-a9d7-34d40e1eb056" providerId="AD" clId="Web-{0EFA9307-D9A1-8FEF-E0AD-A8240F15A8CD}" dt="2026-01-21T22:16:26.865" v="7" actId="20577"/>
        <pc:sldMkLst>
          <pc:docMk/>
          <pc:sldMk cId="0" sldId="257"/>
        </pc:sldMkLst>
        <pc:spChg chg="mod">
          <ac:chgData name="Olawale Abiodun Ogundeji (Dr.)" userId="S::wale@ahfid.org::bf7f3b58-5492-4b16-a9d7-34d40e1eb056" providerId="AD" clId="Web-{0EFA9307-D9A1-8FEF-E0AD-A8240F15A8CD}" dt="2026-01-21T22:16:26.865" v="7" actId="20577"/>
          <ac:spMkLst>
            <pc:docMk/>
            <pc:sldMk cId="0" sldId="257"/>
            <ac:spMk id="3" creationId="{9FC1A636-E70D-E210-F2FB-993CA5152805}"/>
          </ac:spMkLst>
        </pc:spChg>
      </pc:sldChg>
      <pc:sldChg chg="modSp">
        <pc:chgData name="Olawale Abiodun Ogundeji (Dr.)" userId="S::wale@ahfid.org::bf7f3b58-5492-4b16-a9d7-34d40e1eb056" providerId="AD" clId="Web-{0EFA9307-D9A1-8FEF-E0AD-A8240F15A8CD}" dt="2026-01-21T22:15:25.209" v="3" actId="20577"/>
        <pc:sldMkLst>
          <pc:docMk/>
          <pc:sldMk cId="0" sldId="259"/>
        </pc:sldMkLst>
      </pc:sldChg>
    </pc:docChg>
  </pc:docChgLst>
  <pc:docChgLst>
    <pc:chgData clId="Web-{301000A2-9556-BCD1-F8AA-31D9A4A84CE9}"/>
    <pc:docChg chg="modSld">
      <pc:chgData name="" userId="" providerId="" clId="Web-{301000A2-9556-BCD1-F8AA-31D9A4A84CE9}" dt="2026-02-02T00:30:09.656" v="3" actId="20577"/>
      <pc:docMkLst>
        <pc:docMk/>
      </pc:docMkLst>
      <pc:sldChg chg="modSp">
        <pc:chgData name="" userId="" providerId="" clId="Web-{301000A2-9556-BCD1-F8AA-31D9A4A84CE9}" dt="2026-02-02T00:30:09.656" v="3" actId="20577"/>
        <pc:sldMkLst>
          <pc:docMk/>
          <pc:sldMk cId="0" sldId="257"/>
        </pc:sldMkLst>
        <pc:spChg chg="mod">
          <ac:chgData name="" userId="" providerId="" clId="Web-{301000A2-9556-BCD1-F8AA-31D9A4A84CE9}" dt="2026-02-02T00:30:09.656" v="3" actId="20577"/>
          <ac:spMkLst>
            <pc:docMk/>
            <pc:sldMk cId="0" sldId="257"/>
            <ac:spMk id="3" creationId="{9FC1A636-E70D-E210-F2FB-993CA5152805}"/>
          </ac:spMkLst>
        </pc:spChg>
      </pc:sldChg>
    </pc:docChg>
  </pc:docChgLst>
  <pc:docChgLst>
    <pc:chgData name="Olawale Abiodun Ogundeji (Dr.)" userId="S::wale@ahfid.org::bf7f3b58-5492-4b16-a9d7-34d40e1eb056" providerId="AD" clId="Web-{DE92FAB8-5C49-5EFD-E114-E06D170F8F9C}"/>
    <pc:docChg chg="modSld">
      <pc:chgData name="Olawale Abiodun Ogundeji (Dr.)" userId="S::wale@ahfid.org::bf7f3b58-5492-4b16-a9d7-34d40e1eb056" providerId="AD" clId="Web-{DE92FAB8-5C49-5EFD-E114-E06D170F8F9C}" dt="2026-01-21T18:56:38.863" v="168" actId="14100"/>
      <pc:docMkLst>
        <pc:docMk/>
      </pc:docMkLst>
      <pc:sldChg chg="addSp delSp modSp">
        <pc:chgData name="Olawale Abiodun Ogundeji (Dr.)" userId="S::wale@ahfid.org::bf7f3b58-5492-4b16-a9d7-34d40e1eb056" providerId="AD" clId="Web-{DE92FAB8-5C49-5EFD-E114-E06D170F8F9C}" dt="2026-01-21T18:56:38.863" v="168" actId="14100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E92FAB8-5C49-5EFD-E114-E06D170F8F9C}" dt="2026-01-21T18:52:30.278" v="108" actId="20577"/>
          <ac:spMkLst>
            <pc:docMk/>
            <pc:sldMk cId="0" sldId="25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A7199-659A-4064-9D87-9E89ED46822F}" type="datetimeFigureOut">
              <a:t>2/14/2026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CD79B-70D4-4C0F-8998-82B634FB71F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7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571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4202-0690-B0DA-2B7F-A04BC722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0A7C4-45E2-B3FB-1470-ECA8D1DDA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B89A7-D23B-11F4-FC2A-01C14266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02DE-EFC9-D6CC-BD77-BFDF48AE2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6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2565-873E-A1B4-D807-A7923D59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F753C-CB98-F3D8-3EB6-D5D12A011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2AF49-BE10-EFCB-802C-E538C850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dirty="0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 dirty="0">
                <a:solidFill>
                  <a:srgbClr val="03807F"/>
                </a:solidFill>
              </a:rPr>
              <a:t>accuracy is an average</a:t>
            </a:r>
            <a:r>
              <a:rPr lang="en-US" dirty="0">
                <a:solidFill>
                  <a:srgbClr val="03807F"/>
                </a:solidFill>
              </a:rPr>
              <a:t>, while </a:t>
            </a:r>
            <a:r>
              <a:rPr lang="en-US" b="1" dirty="0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 dirty="0">
                <a:solidFill>
                  <a:srgbClr val="03807F"/>
                </a:solidFill>
              </a:rPr>
              <a:t>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AA0D9-4993-8AA3-C261-C73D12598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32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C1A636-E70D-E210-F2FB-993CA5152805}"/>
              </a:ext>
            </a:extLst>
          </p:cNvPr>
          <p:cNvSpPr txBox="1"/>
          <p:nvPr/>
        </p:nvSpPr>
        <p:spPr>
          <a:xfrm>
            <a:off x="715818" y="1373908"/>
            <a:ext cx="10783454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Objective:</a:t>
            </a:r>
            <a:endParaRPr lang="en-GB" sz="3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Learn how to transform real-world problems into clear, actionable AI opportunities.</a:t>
            </a:r>
            <a:endParaRPr lang="en-GB" sz="3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GB" sz="12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Focus Areas:</a:t>
            </a:r>
            <a:endParaRPr lang="en-GB" sz="3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• Problem clarity</a:t>
            </a:r>
            <a:endParaRPr lang="en-GB" sz="3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• User impact</a:t>
            </a:r>
            <a:endParaRPr lang="en-GB" sz="3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• Business value</a:t>
            </a:r>
            <a:endParaRPr lang="en-GB" sz="3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• Measurable success</a:t>
            </a:r>
            <a:endParaRPr lang="en-GB" sz="3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• Data feasibility</a:t>
            </a:r>
            <a:endParaRPr lang="en-GB" sz="32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24CD04-5060-8F5D-CE49-8FE369D00F07}"/>
              </a:ext>
            </a:extLst>
          </p:cNvPr>
          <p:cNvSpPr txBox="1"/>
          <p:nvPr/>
        </p:nvSpPr>
        <p:spPr>
          <a:xfrm>
            <a:off x="751114" y="315685"/>
            <a:ext cx="91875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/>
                <a:cs typeface="Times New Roman"/>
              </a:rPr>
              <a:t>Problem Scoping for AI Solutions</a:t>
            </a:r>
            <a:endParaRPr lang="en-US" sz="36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26FD81-445B-0855-0538-81981A739066}"/>
              </a:ext>
            </a:extLst>
          </p:cNvPr>
          <p:cNvSpPr txBox="1"/>
          <p:nvPr/>
        </p:nvSpPr>
        <p:spPr>
          <a:xfrm>
            <a:off x="1048180" y="1715359"/>
            <a:ext cx="9133114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Start with Reality: </a:t>
            </a:r>
            <a:endParaRPr lang="en-GB" sz="28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What is happening? </a:t>
            </a:r>
            <a:endParaRPr lang="en-GB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Who is affected? </a:t>
            </a:r>
            <a:endParaRPr lang="en-GB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Why does it matter? </a:t>
            </a:r>
            <a:endParaRPr lang="en-GB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GB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GB" sz="2800" b="1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Refine the Problem:</a:t>
            </a:r>
            <a:r>
              <a:rPr lang="en-GB" sz="28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</a:t>
            </a:r>
            <a:endParaRPr lang="en-GB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Avoid vague descriptions </a:t>
            </a:r>
            <a:endParaRPr lang="en-GB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Identify root causes </a:t>
            </a:r>
            <a:endParaRPr lang="en-GB" sz="28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8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Separate symptoms from core issues </a:t>
            </a:r>
            <a:endParaRPr lang="en-GB" sz="28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13F0E4-F6AE-FEA3-07AA-2B2A92381501}"/>
              </a:ext>
            </a:extLst>
          </p:cNvPr>
          <p:cNvSpPr txBox="1"/>
          <p:nvPr/>
        </p:nvSpPr>
        <p:spPr>
          <a:xfrm>
            <a:off x="960521" y="324566"/>
            <a:ext cx="867591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From Problem Observation to AI Opportunity </a:t>
            </a:r>
            <a:endParaRPr lang="en-US" sz="36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F8E92-15A3-F6F9-4E37-DA8B3E51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4A74-B27B-1DB5-D4EE-E2B6D39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12020B-B16B-503A-3FCF-44BFBD11530F}"/>
              </a:ext>
            </a:extLst>
          </p:cNvPr>
          <p:cNvSpPr txBox="1"/>
          <p:nvPr/>
        </p:nvSpPr>
        <p:spPr>
          <a:xfrm>
            <a:off x="653429" y="328220"/>
            <a:ext cx="931414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dirty="0">
                <a:solidFill>
                  <a:schemeClr val="bg1"/>
                </a:solidFill>
                <a:ea typeface="+mn-lt"/>
                <a:cs typeface="+mn-lt"/>
              </a:rPr>
              <a:t>Defining Success Metrics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BEA256-3DA1-4623-8B72-B13DE058C82F}"/>
              </a:ext>
            </a:extLst>
          </p:cNvPr>
          <p:cNvSpPr txBox="1"/>
          <p:nvPr/>
        </p:nvSpPr>
        <p:spPr>
          <a:xfrm>
            <a:off x="948525" y="1466629"/>
            <a:ext cx="10494818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User-</a:t>
            </a:r>
            <a:r>
              <a:rPr lang="en-GB" sz="240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Centered</a:t>
            </a:r>
            <a:r>
              <a:rPr lang="en-GB" sz="24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Metrics:</a:t>
            </a:r>
            <a:endParaRPr lang="en-US" sz="24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Faster decisions</a:t>
            </a:r>
            <a:endParaRPr lang="en-GB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Improved accuracy</a:t>
            </a:r>
            <a:endParaRPr lang="en-GB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Reduced effort</a:t>
            </a:r>
            <a:endParaRPr lang="en-GB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Better access</a:t>
            </a:r>
            <a:endParaRPr lang="en-GB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GB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r>
              <a:rPr lang="en-GB" sz="24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Business-</a:t>
            </a:r>
            <a:r>
              <a:rPr lang="en-GB" sz="2400" err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Centered</a:t>
            </a:r>
            <a:r>
              <a:rPr lang="en-GB" sz="24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 Metrics:</a:t>
            </a:r>
            <a:endParaRPr lang="en-GB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Cost reduction</a:t>
            </a:r>
            <a:endParaRPr lang="en-GB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Efficiency gains</a:t>
            </a:r>
            <a:endParaRPr lang="en-GB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Risk reduction</a:t>
            </a:r>
            <a:endParaRPr lang="en-GB" sz="24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Arial"/>
              <a:buChar char="•"/>
            </a:pPr>
            <a:r>
              <a:rPr lang="en-GB" sz="24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Revenue growth</a:t>
            </a:r>
            <a:endParaRPr lang="en-GB" sz="24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6734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23177-6E79-9DDD-7DAC-FF3CEBD6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7FBB-5B51-1FEB-2824-DD5E41F4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 dirty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 dirty="0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5C31AB-2633-A464-F869-52846F48BBF3}"/>
              </a:ext>
            </a:extLst>
          </p:cNvPr>
          <p:cNvSpPr txBox="1"/>
          <p:nvPr/>
        </p:nvSpPr>
        <p:spPr>
          <a:xfrm>
            <a:off x="1034142" y="1904999"/>
            <a:ext cx="977537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Each participant must define:</a:t>
            </a:r>
            <a:endParaRPr lang="en-US" sz="3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GB" sz="36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Problem Statement (clear and specific)</a:t>
            </a:r>
            <a:endParaRPr lang="en-GB" sz="3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GB" sz="36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Target Users / Beneficiaries</a:t>
            </a:r>
            <a:endParaRPr lang="en-GB" sz="3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GB" sz="36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Current Solutions &amp; Limitations</a:t>
            </a:r>
            <a:endParaRPr lang="en-GB" sz="3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GB" sz="36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Proposed AI Opportunity</a:t>
            </a:r>
            <a:endParaRPr lang="en-GB" sz="3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GB" sz="36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Success Metrics</a:t>
            </a:r>
            <a:endParaRPr lang="en-GB" sz="36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914400" lvl="1" indent="-457200">
              <a:buFont typeface="Courier New"/>
              <a:buChar char="o"/>
            </a:pPr>
            <a:r>
              <a:rPr lang="en-GB" sz="36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Potential Data Sources</a:t>
            </a:r>
            <a:endParaRPr lang="en-GB" sz="36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71DE8E-C9CE-361B-D7A7-373A79314135}"/>
              </a:ext>
            </a:extLst>
          </p:cNvPr>
          <p:cNvSpPr txBox="1"/>
          <p:nvPr/>
        </p:nvSpPr>
        <p:spPr>
          <a:xfrm>
            <a:off x="794657" y="424542"/>
            <a:ext cx="9078685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 b="1">
                <a:solidFill>
                  <a:schemeClr val="bg1"/>
                </a:solidFill>
                <a:ea typeface="+mn-lt"/>
                <a:cs typeface="+mn-lt"/>
              </a:rPr>
              <a:t>Individual Assignment: Scope Your Nigerian Problem</a:t>
            </a:r>
            <a:endParaRPr lang="en-US" sz="3600" b="1">
              <a:solidFill>
                <a:schemeClr val="bg1"/>
              </a:solidFill>
            </a:endParaRPr>
          </a:p>
          <a:p>
            <a:pPr algn="ctr"/>
            <a:endParaRPr lang="en-GB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235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27D56F-6A20-5C99-E8DE-9713F5C3E7A4}"/>
              </a:ext>
            </a:extLst>
          </p:cNvPr>
          <p:cNvSpPr txBox="1"/>
          <p:nvPr/>
        </p:nvSpPr>
        <p:spPr>
          <a:xfrm>
            <a:off x="168290" y="151852"/>
            <a:ext cx="1022614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ea typeface="+mn-lt"/>
                <a:cs typeface="+mn-lt"/>
              </a:rPr>
              <a:t>Guidance &amp; Evaluation Checklist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GB" sz="4000" b="1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35E497-1062-9217-9C7A-0AB86900EBD9}"/>
              </a:ext>
            </a:extLst>
          </p:cNvPr>
          <p:cNvSpPr txBox="1"/>
          <p:nvPr/>
        </p:nvSpPr>
        <p:spPr>
          <a:xfrm>
            <a:off x="1093727" y="1036434"/>
            <a:ext cx="9470571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Strong Problem Scope Characteristics:</a:t>
            </a:r>
            <a:endParaRPr lang="en-US" sz="320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Specific, not generic</a:t>
            </a:r>
            <a:endParaRPr lang="en-GB" sz="32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Realistic, not theoretical</a:t>
            </a:r>
            <a:endParaRPr lang="en-GB" sz="32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User-driven, not technology-driven</a:t>
            </a:r>
            <a:endParaRPr lang="en-GB" sz="32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Measurable outcomes</a:t>
            </a:r>
            <a:endParaRPr lang="en-GB" sz="32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Feasible data sources</a:t>
            </a:r>
            <a:endParaRPr lang="en-GB" sz="32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endParaRPr lang="en-GB" sz="3200" dirty="0">
              <a:solidFill>
                <a:schemeClr val="bg1"/>
              </a:solidFill>
              <a:latin typeface="Times New Roman"/>
              <a:ea typeface="+mn-lt"/>
              <a:cs typeface="+mn-lt"/>
            </a:endParaRPr>
          </a:p>
          <a:p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Goal:</a:t>
            </a:r>
            <a:endParaRPr lang="en-GB" sz="3200" dirty="0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GB" sz="3200" dirty="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Design solutions that can work in real Nigerian contexts.</a:t>
            </a:r>
            <a:endParaRPr lang="en-GB" sz="32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4</Paragraphs>
  <Slides>5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PunchcardVTI</vt:lpstr>
      <vt:lpstr>PowerPoint Presentation</vt:lpstr>
      <vt:lpstr> </vt:lpstr>
      <vt:lpstr> </vt:lpstr>
      <vt:lpstr>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Liberty</dc:creator>
  <cp:lastModifiedBy>Tolulope Kehinde</cp:lastModifiedBy>
  <cp:revision>1295</cp:revision>
  <dcterms:created xsi:type="dcterms:W3CDTF">2025-11-05T12:47:00Z</dcterms:created>
  <dcterms:modified xsi:type="dcterms:W3CDTF">2026-02-14T11:41:02Z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